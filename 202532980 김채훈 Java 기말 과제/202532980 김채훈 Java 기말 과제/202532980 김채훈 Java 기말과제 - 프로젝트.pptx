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830786-DC75-4E03-A410-7E3646025D78}" v="6" dt="2025-12-09T15:10:19.393"/>
    <p1510:client id="{3EFE16CF-6ABB-4ECC-9D42-9E6ED7C372E6}" v="58" dt="2025-12-09T15:59:05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a yeon" userId="8f5f7df639125dae" providerId="LiveId" clId="{7542C960-ADBA-42BE-A85D-83B13780C791}"/>
    <pc:docChg chg="undo redo custSel addSld delSld modSld sldOrd">
      <pc:chgData name="bora yeon" userId="8f5f7df639125dae" providerId="LiveId" clId="{7542C960-ADBA-42BE-A85D-83B13780C791}" dt="2025-12-09T16:00:14.928" v="708" actId="20577"/>
      <pc:docMkLst>
        <pc:docMk/>
      </pc:docMkLst>
      <pc:sldChg chg="addSp delSp modSp mod">
        <pc:chgData name="bora yeon" userId="8f5f7df639125dae" providerId="LiveId" clId="{7542C960-ADBA-42BE-A85D-83B13780C791}" dt="2025-12-09T15:23:02.843" v="242" actId="1076"/>
        <pc:sldMkLst>
          <pc:docMk/>
          <pc:sldMk cId="0" sldId="257"/>
        </pc:sldMkLst>
        <pc:spChg chg="mod">
          <ac:chgData name="bora yeon" userId="8f5f7df639125dae" providerId="LiveId" clId="{7542C960-ADBA-42BE-A85D-83B13780C791}" dt="2025-12-09T15:15:30.555" v="101"/>
          <ac:spMkLst>
            <pc:docMk/>
            <pc:sldMk cId="0" sldId="257"/>
            <ac:spMk id="4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2:12.705" v="232" actId="478"/>
          <ac:spMkLst>
            <pc:docMk/>
            <pc:sldMk cId="0" sldId="257"/>
            <ac:spMk id="8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9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13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4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5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ora yeon" userId="8f5f7df639125dae" providerId="LiveId" clId="{7542C960-ADBA-42BE-A85D-83B13780C791}" dt="2025-12-09T15:23:02.843" v="242" actId="1076"/>
          <ac:spMkLst>
            <pc:docMk/>
            <pc:sldMk cId="0" sldId="257"/>
            <ac:spMk id="19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20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21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22" creationId="{00000000-0000-0000-0000-000000000000}"/>
          </ac:spMkLst>
        </pc:spChg>
        <pc:picChg chg="add del mod">
          <ac:chgData name="bora yeon" userId="8f5f7df639125dae" providerId="LiveId" clId="{7542C960-ADBA-42BE-A85D-83B13780C791}" dt="2025-12-09T15:22:37.953" v="239" actId="1076"/>
          <ac:picMkLst>
            <pc:docMk/>
            <pc:sldMk cId="0" sldId="257"/>
            <ac:picMk id="3" creationId="{00000000-0000-0000-0000-000000000000}"/>
          </ac:picMkLst>
        </pc:picChg>
      </pc:sldChg>
      <pc:sldChg chg="addSp delSp modSp mod ord">
        <pc:chgData name="bora yeon" userId="8f5f7df639125dae" providerId="LiveId" clId="{7542C960-ADBA-42BE-A85D-83B13780C791}" dt="2025-12-09T15:56:46.610" v="657" actId="1076"/>
        <pc:sldMkLst>
          <pc:docMk/>
          <pc:sldMk cId="0" sldId="258"/>
        </pc:sldMkLst>
        <pc:spChg chg="mod">
          <ac:chgData name="bora yeon" userId="8f5f7df639125dae" providerId="LiveId" clId="{7542C960-ADBA-42BE-A85D-83B13780C791}" dt="2025-12-09T15:53:53.286" v="582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4:38.154" v="593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4:36.507" v="592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20" creationId="{00000000-0000-0000-0000-000000000000}"/>
          </ac:spMkLst>
        </pc:spChg>
        <pc:picChg chg="del mod">
          <ac:chgData name="bora yeon" userId="8f5f7df639125dae" providerId="LiveId" clId="{7542C960-ADBA-42BE-A85D-83B13780C791}" dt="2025-12-09T15:54:59.290" v="606" actId="478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4:01.809" v="588" actId="478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4:02.185" v="589" actId="478"/>
          <ac:picMkLst>
            <pc:docMk/>
            <pc:sldMk cId="0" sldId="258"/>
            <ac:picMk id="7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4:02.481" v="590" actId="478"/>
          <ac:picMkLst>
            <pc:docMk/>
            <pc:sldMk cId="0" sldId="258"/>
            <ac:picMk id="8" creationId="{00000000-0000-0000-0000-000000000000}"/>
          </ac:picMkLst>
        </pc:picChg>
        <pc:picChg chg="del mod">
          <ac:chgData name="bora yeon" userId="8f5f7df639125dae" providerId="LiveId" clId="{7542C960-ADBA-42BE-A85D-83B13780C791}" dt="2025-12-09T15:55:07.833" v="610" actId="478"/>
          <ac:picMkLst>
            <pc:docMk/>
            <pc:sldMk cId="0" sldId="258"/>
            <ac:picMk id="9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3:54.105" v="583" actId="478"/>
          <ac:picMkLst>
            <pc:docMk/>
            <pc:sldMk cId="0" sldId="258"/>
            <ac:picMk id="12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3:54.435" v="584" actId="478"/>
          <ac:picMkLst>
            <pc:docMk/>
            <pc:sldMk cId="0" sldId="258"/>
            <ac:picMk id="1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3:55.835" v="586" actId="478"/>
          <ac:picMkLst>
            <pc:docMk/>
            <pc:sldMk cId="0" sldId="258"/>
            <ac:picMk id="18" creationId="{00000000-0000-0000-0000-000000000000}"/>
          </ac:picMkLst>
        </pc:picChg>
        <pc:picChg chg="add mod">
          <ac:chgData name="bora yeon" userId="8f5f7df639125dae" providerId="LiveId" clId="{7542C960-ADBA-42BE-A85D-83B13780C791}" dt="2025-12-09T15:56:45.428" v="656" actId="1076"/>
          <ac:picMkLst>
            <pc:docMk/>
            <pc:sldMk cId="0" sldId="258"/>
            <ac:picMk id="22" creationId="{86059CF7-D884-0189-4A7C-66BE8357FC06}"/>
          </ac:picMkLst>
        </pc:picChg>
        <pc:picChg chg="add mod">
          <ac:chgData name="bora yeon" userId="8f5f7df639125dae" providerId="LiveId" clId="{7542C960-ADBA-42BE-A85D-83B13780C791}" dt="2025-12-09T15:56:46.610" v="657" actId="1076"/>
          <ac:picMkLst>
            <pc:docMk/>
            <pc:sldMk cId="0" sldId="258"/>
            <ac:picMk id="24" creationId="{EBECFB2C-7E89-8C3E-B1EA-28268C8C0EE6}"/>
          </ac:picMkLst>
        </pc:picChg>
      </pc:sldChg>
      <pc:sldChg chg="addSp delSp modSp mod">
        <pc:chgData name="bora yeon" userId="8f5f7df639125dae" providerId="LiveId" clId="{7542C960-ADBA-42BE-A85D-83B13780C791}" dt="2025-12-09T15:48:53.443" v="561" actId="20577"/>
        <pc:sldMkLst>
          <pc:docMk/>
          <pc:sldMk cId="0" sldId="259"/>
        </pc:sldMkLst>
        <pc:spChg chg="mod">
          <ac:chgData name="bora yeon" userId="8f5f7df639125dae" providerId="LiveId" clId="{7542C960-ADBA-42BE-A85D-83B13780C791}" dt="2025-12-09T15:47:33.387" v="540"/>
          <ac:spMkLst>
            <pc:docMk/>
            <pc:sldMk cId="0" sldId="259"/>
            <ac:spMk id="9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4:16.250" v="256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bora yeon" userId="8f5f7df639125dae" providerId="LiveId" clId="{7542C960-ADBA-42BE-A85D-83B13780C791}" dt="2025-12-09T15:24:12.003" v="255" actId="20577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4:26.970" v="260" actId="478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5" creationId="{F65C3765-D26A-22FC-8C68-27910E7D1CFB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6" creationId="{03F3F200-8DF2-FDB6-B148-484887567492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8" creationId="{963B76AC-9357-49F4-82A0-4C69205ADB69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9" creationId="{5CBEA7CD-22F2-B861-BA6C-58FDE9C96180}"/>
          </ac:spMkLst>
        </pc:spChg>
        <pc:spChg chg="add mod">
          <ac:chgData name="bora yeon" userId="8f5f7df639125dae" providerId="LiveId" clId="{7542C960-ADBA-42BE-A85D-83B13780C791}" dt="2025-12-09T15:47:50.521" v="542" actId="113"/>
          <ac:spMkLst>
            <pc:docMk/>
            <pc:sldMk cId="0" sldId="259"/>
            <ac:spMk id="33" creationId="{81A67588-917C-DD5D-EA82-D4B4DA65BB4B}"/>
          </ac:spMkLst>
        </pc:spChg>
        <pc:spChg chg="add mod">
          <ac:chgData name="bora yeon" userId="8f5f7df639125dae" providerId="LiveId" clId="{7542C960-ADBA-42BE-A85D-83B13780C791}" dt="2025-12-09T15:48:23.138" v="551" actId="20577"/>
          <ac:spMkLst>
            <pc:docMk/>
            <pc:sldMk cId="0" sldId="259"/>
            <ac:spMk id="34" creationId="{FBFBC702-D20A-D19E-7A9D-506A9E8E217D}"/>
          </ac:spMkLst>
        </pc:spChg>
        <pc:spChg chg="add mod">
          <ac:chgData name="bora yeon" userId="8f5f7df639125dae" providerId="LiveId" clId="{7542C960-ADBA-42BE-A85D-83B13780C791}" dt="2025-12-09T15:48:36.310" v="554" actId="122"/>
          <ac:spMkLst>
            <pc:docMk/>
            <pc:sldMk cId="0" sldId="259"/>
            <ac:spMk id="36" creationId="{2F9469B0-16C7-06C4-1BE9-4A401C52DF10}"/>
          </ac:spMkLst>
        </pc:spChg>
        <pc:spChg chg="add mod">
          <ac:chgData name="bora yeon" userId="8f5f7df639125dae" providerId="LiveId" clId="{7542C960-ADBA-42BE-A85D-83B13780C791}" dt="2025-12-09T15:48:53.443" v="561" actId="20577"/>
          <ac:spMkLst>
            <pc:docMk/>
            <pc:sldMk cId="0" sldId="259"/>
            <ac:spMk id="37" creationId="{54F94CBA-8643-1463-5D08-0D0D690B10DE}"/>
          </ac:spMkLst>
        </pc:spChg>
        <pc:spChg chg="add">
          <ac:chgData name="bora yeon" userId="8f5f7df639125dae" providerId="LiveId" clId="{7542C960-ADBA-42BE-A85D-83B13780C791}" dt="2025-12-09T15:47:58.735" v="543"/>
          <ac:spMkLst>
            <pc:docMk/>
            <pc:sldMk cId="0" sldId="259"/>
            <ac:spMk id="38" creationId="{4F726A13-9B62-D5A8-4947-ECCB27008C51}"/>
          </ac:spMkLst>
        </pc:spChg>
        <pc:spChg chg="add">
          <ac:chgData name="bora yeon" userId="8f5f7df639125dae" providerId="LiveId" clId="{7542C960-ADBA-42BE-A85D-83B13780C791}" dt="2025-12-09T15:48:01.481" v="545"/>
          <ac:spMkLst>
            <pc:docMk/>
            <pc:sldMk cId="0" sldId="259"/>
            <ac:spMk id="39" creationId="{51C12FDE-32E9-2AC3-2517-AAFEF0142B1C}"/>
          </ac:spMkLst>
        </pc:spChg>
        <pc:spChg chg="add">
          <ac:chgData name="bora yeon" userId="8f5f7df639125dae" providerId="LiveId" clId="{7542C960-ADBA-42BE-A85D-83B13780C791}" dt="2025-12-09T15:48:31.103" v="552"/>
          <ac:spMkLst>
            <pc:docMk/>
            <pc:sldMk cId="0" sldId="259"/>
            <ac:spMk id="40" creationId="{42027303-8363-2FDD-2E7E-8FFAF511EED2}"/>
          </ac:spMkLst>
        </pc:spChg>
        <pc:picChg chg="del">
          <ac:chgData name="bora yeon" userId="8f5f7df639125dae" providerId="LiveId" clId="{7542C960-ADBA-42BE-A85D-83B13780C791}" dt="2025-12-09T15:46:42.401" v="506" actId="478"/>
          <ac:picMkLst>
            <pc:docMk/>
            <pc:sldMk cId="0" sldId="259"/>
            <ac:picMk id="4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46:40.057" v="505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24:25.617" v="259" actId="478"/>
          <ac:picMkLst>
            <pc:docMk/>
            <pc:sldMk cId="0" sldId="259"/>
            <ac:picMk id="8" creationId="{00000000-0000-0000-0000-000000000000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2" creationId="{40A1A2C9-4874-3112-8110-8E7875307D2F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3" creationId="{53B3B222-4E66-F9B9-ED12-48E83BDD4B6B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4" creationId="{BC8C2153-7C26-64F1-7BAE-8AC62D791576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7" creationId="{37F15BF9-5BCE-898B-1CC3-B80F2B5E0D1B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0" creationId="{2E3C64D2-8109-83EE-4A50-71895AF8C2ED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1" creationId="{FCA170FB-F583-055B-F177-7845CA054EC4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2" creationId="{78D87C4A-2AEE-72CD-5744-63276AF95615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5" creationId="{D495D6B9-9CC2-BFC1-D527-D8B80820E3A8}"/>
          </ac:picMkLst>
        </pc:picChg>
      </pc:sldChg>
      <pc:sldChg chg="delSp modSp mod">
        <pc:chgData name="bora yeon" userId="8f5f7df639125dae" providerId="LiveId" clId="{7542C960-ADBA-42BE-A85D-83B13780C791}" dt="2025-12-09T15:52:46.203" v="563" actId="1076"/>
        <pc:sldMkLst>
          <pc:docMk/>
          <pc:sldMk cId="0" sldId="260"/>
        </pc:sldMkLst>
        <pc:spChg chg="mod">
          <ac:chgData name="bora yeon" userId="8f5f7df639125dae" providerId="LiveId" clId="{7542C960-ADBA-42BE-A85D-83B13780C791}" dt="2025-12-09T15:25:42.212" v="264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51.887" v="282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51.887" v="282" actId="1076"/>
          <ac:spMkLst>
            <pc:docMk/>
            <pc:sldMk cId="0" sldId="260"/>
            <ac:spMk id="14" creationId="{00000000-0000-0000-0000-000000000000}"/>
          </ac:spMkLst>
        </pc:spChg>
        <pc:spChg chg="del">
          <ac:chgData name="bora yeon" userId="8f5f7df639125dae" providerId="LiveId" clId="{7542C960-ADBA-42BE-A85D-83B13780C791}" dt="2025-12-09T15:26:22.993" v="273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bora yeon" userId="8f5f7df639125dae" providerId="LiveId" clId="{7542C960-ADBA-42BE-A85D-83B13780C791}" dt="2025-12-09T15:26:24.443" v="274" actId="478"/>
          <ac:spMkLst>
            <pc:docMk/>
            <pc:sldMk cId="0" sldId="260"/>
            <ac:spMk id="17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43.540" v="281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43.540" v="281" actId="1076"/>
          <ac:spMkLst>
            <pc:docMk/>
            <pc:sldMk cId="0" sldId="260"/>
            <ac:spMk id="20" creationId="{00000000-0000-0000-0000-000000000000}"/>
          </ac:spMkLst>
        </pc:spChg>
        <pc:picChg chg="mod">
          <ac:chgData name="bora yeon" userId="8f5f7df639125dae" providerId="LiveId" clId="{7542C960-ADBA-42BE-A85D-83B13780C791}" dt="2025-12-09T15:52:46.203" v="563" actId="1076"/>
          <ac:picMkLst>
            <pc:docMk/>
            <pc:sldMk cId="0" sldId="260"/>
            <ac:picMk id="3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51.887" v="282" actId="1076"/>
          <ac:picMkLst>
            <pc:docMk/>
            <pc:sldMk cId="0" sldId="260"/>
            <ac:picMk id="6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43.540" v="281" actId="1076"/>
          <ac:picMkLst>
            <pc:docMk/>
            <pc:sldMk cId="0" sldId="260"/>
            <ac:picMk id="7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26:33.376" v="278" actId="478"/>
          <ac:picMkLst>
            <pc:docMk/>
            <pc:sldMk cId="0" sldId="260"/>
            <ac:picMk id="8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51.887" v="282" actId="1076"/>
          <ac:picMkLst>
            <pc:docMk/>
            <pc:sldMk cId="0" sldId="260"/>
            <ac:picMk id="12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43.540" v="281" actId="1076"/>
          <ac:picMkLst>
            <pc:docMk/>
            <pc:sldMk cId="0" sldId="260"/>
            <ac:picMk id="1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26:32.880" v="277" actId="478"/>
          <ac:picMkLst>
            <pc:docMk/>
            <pc:sldMk cId="0" sldId="260"/>
            <ac:picMk id="18" creationId="{00000000-0000-0000-0000-000000000000}"/>
          </ac:picMkLst>
        </pc:picChg>
      </pc:sldChg>
      <pc:sldChg chg="addSp delSp modSp mod">
        <pc:chgData name="bora yeon" userId="8f5f7df639125dae" providerId="LiveId" clId="{7542C960-ADBA-42BE-A85D-83B13780C791}" dt="2025-12-09T15:45:57.837" v="503"/>
        <pc:sldMkLst>
          <pc:docMk/>
          <pc:sldMk cId="0" sldId="261"/>
        </pc:sldMkLst>
        <pc:spChg chg="mod">
          <ac:chgData name="bora yeon" userId="8f5f7df639125dae" providerId="LiveId" clId="{7542C960-ADBA-42BE-A85D-83B13780C791}" dt="2025-12-09T15:45:57.837" v="503"/>
          <ac:spMkLst>
            <pc:docMk/>
            <pc:sldMk cId="0" sldId="261"/>
            <ac:spMk id="15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8:37.138" v="285" actId="478"/>
          <ac:spMkLst>
            <pc:docMk/>
            <pc:sldMk cId="0" sldId="261"/>
            <ac:spMk id="16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9:01.306" v="297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bora yeon" userId="8f5f7df639125dae" providerId="LiveId" clId="{7542C960-ADBA-42BE-A85D-83B13780C791}" dt="2025-12-09T15:28:38.331" v="286" actId="478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30:03.186" v="317" actId="478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8:39.666" v="288" actId="478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32:21.643" v="366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bora yeon" userId="8f5f7df639125dae" providerId="LiveId" clId="{7542C960-ADBA-42BE-A85D-83B13780C791}" dt="2025-12-09T15:28:43.307" v="291" actId="478"/>
          <ac:spMkLst>
            <pc:docMk/>
            <pc:sldMk cId="0" sldId="261"/>
            <ac:spMk id="22" creationId="{00000000-0000-0000-0000-000000000000}"/>
          </ac:spMkLst>
        </pc:spChg>
        <pc:spChg chg="mod">
          <ac:chgData name="bora yeon" userId="8f5f7df639125dae" providerId="LiveId" clId="{7542C960-ADBA-42BE-A85D-83B13780C791}" dt="2025-12-09T15:36:45.118" v="417" actId="122"/>
          <ac:spMkLst>
            <pc:docMk/>
            <pc:sldMk cId="0" sldId="261"/>
            <ac:spMk id="23" creationId="{00000000-0000-0000-0000-000000000000}"/>
          </ac:spMkLst>
        </pc:spChg>
        <pc:spChg chg="del">
          <ac:chgData name="bora yeon" userId="8f5f7df639125dae" providerId="LiveId" clId="{7542C960-ADBA-42BE-A85D-83B13780C791}" dt="2025-12-09T15:28:44.418" v="292" actId="478"/>
          <ac:spMkLst>
            <pc:docMk/>
            <pc:sldMk cId="0" sldId="261"/>
            <ac:spMk id="24" creationId="{00000000-0000-0000-0000-000000000000}"/>
          </ac:spMkLst>
        </pc:spChg>
        <pc:spChg chg="add del mod">
          <ac:chgData name="bora yeon" userId="8f5f7df639125dae" providerId="LiveId" clId="{7542C960-ADBA-42BE-A85D-83B13780C791}" dt="2025-12-09T15:38:43.561" v="436" actId="20577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bora yeon" userId="8f5f7df639125dae" providerId="LiveId" clId="{7542C960-ADBA-42BE-A85D-83B13780C791}" dt="2025-12-09T15:29:42.063" v="314" actId="122"/>
          <ac:spMkLst>
            <pc:docMk/>
            <pc:sldMk cId="0" sldId="261"/>
            <ac:spMk id="26" creationId="{FE48906C-C882-06A6-437C-F7205CB02B9B}"/>
          </ac:spMkLst>
        </pc:spChg>
        <pc:spChg chg="add mod">
          <ac:chgData name="bora yeon" userId="8f5f7df639125dae" providerId="LiveId" clId="{7542C960-ADBA-42BE-A85D-83B13780C791}" dt="2025-12-09T15:32:09.762" v="364" actId="20577"/>
          <ac:spMkLst>
            <pc:docMk/>
            <pc:sldMk cId="0" sldId="261"/>
            <ac:spMk id="27" creationId="{14F54A4F-D965-9602-E5AD-DCF15617A795}"/>
          </ac:spMkLst>
        </pc:spChg>
        <pc:spChg chg="add mod">
          <ac:chgData name="bora yeon" userId="8f5f7df639125dae" providerId="LiveId" clId="{7542C960-ADBA-42BE-A85D-83B13780C791}" dt="2025-12-09T15:35:47.257" v="389" actId="20577"/>
          <ac:spMkLst>
            <pc:docMk/>
            <pc:sldMk cId="0" sldId="261"/>
            <ac:spMk id="28" creationId="{E68458DA-6D20-EE88-1B9A-9836876F7F91}"/>
          </ac:spMkLst>
        </pc:spChg>
        <pc:spChg chg="add del mod">
          <ac:chgData name="bora yeon" userId="8f5f7df639125dae" providerId="LiveId" clId="{7542C960-ADBA-42BE-A85D-83B13780C791}" dt="2025-12-09T15:35:58.242" v="390" actId="478"/>
          <ac:spMkLst>
            <pc:docMk/>
            <pc:sldMk cId="0" sldId="261"/>
            <ac:spMk id="29" creationId="{CA4C9D11-6DF9-292F-3482-9C575DD38E65}"/>
          </ac:spMkLst>
        </pc:spChg>
        <pc:picChg chg="add del">
          <ac:chgData name="bora yeon" userId="8f5f7df639125dae" providerId="LiveId" clId="{7542C960-ADBA-42BE-A85D-83B13780C791}" dt="2025-12-09T15:28:41.404" v="290" actId="478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mod">
        <pc:chgData name="bora yeon" userId="8f5f7df639125dae" providerId="LiveId" clId="{7542C960-ADBA-42BE-A85D-83B13780C791}" dt="2025-12-09T15:44:23.610" v="502" actId="20577"/>
        <pc:sldMkLst>
          <pc:docMk/>
          <pc:sldMk cId="0" sldId="262"/>
        </pc:sldMkLst>
        <pc:spChg chg="mod">
          <ac:chgData name="bora yeon" userId="8f5f7df639125dae" providerId="LiveId" clId="{7542C960-ADBA-42BE-A85D-83B13780C791}" dt="2025-12-09T15:44:07.586" v="498" actId="20577"/>
          <ac:spMkLst>
            <pc:docMk/>
            <pc:sldMk cId="0" sldId="262"/>
            <ac:spMk id="16" creationId="{00000000-0000-0000-0000-000000000000}"/>
          </ac:spMkLst>
        </pc:spChg>
        <pc:spChg chg="add del mod">
          <ac:chgData name="bora yeon" userId="8f5f7df639125dae" providerId="LiveId" clId="{7542C960-ADBA-42BE-A85D-83B13780C791}" dt="2025-12-09T15:41:02.756" v="447" actId="20577"/>
          <ac:spMkLst>
            <pc:docMk/>
            <pc:sldMk cId="0" sldId="262"/>
            <ac:spMk id="17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bora yeon" userId="8f5f7df639125dae" providerId="LiveId" clId="{7542C960-ADBA-42BE-A85D-83B13780C791}" dt="2025-12-09T15:43:32.258" v="487" actId="20577"/>
          <ac:spMkLst>
            <pc:docMk/>
            <pc:sldMk cId="0" sldId="262"/>
            <ac:spMk id="19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20" creationId="{00000000-0000-0000-0000-000000000000}"/>
          </ac:spMkLst>
        </pc:spChg>
        <pc:spChg chg="mod">
          <ac:chgData name="bora yeon" userId="8f5f7df639125dae" providerId="LiveId" clId="{7542C960-ADBA-42BE-A85D-83B13780C791}" dt="2025-12-09T15:43:22.611" v="484" actId="20577"/>
          <ac:spMkLst>
            <pc:docMk/>
            <pc:sldMk cId="0" sldId="262"/>
            <ac:spMk id="21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bora yeon" userId="8f5f7df639125dae" providerId="LiveId" clId="{7542C960-ADBA-42BE-A85D-83B13780C791}" dt="2025-12-09T15:44:04.267" v="492" actId="20577"/>
          <ac:spMkLst>
            <pc:docMk/>
            <pc:sldMk cId="0" sldId="262"/>
            <ac:spMk id="23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24" creationId="{00000000-0000-0000-0000-000000000000}"/>
          </ac:spMkLst>
        </pc:spChg>
        <pc:spChg chg="mod">
          <ac:chgData name="bora yeon" userId="8f5f7df639125dae" providerId="LiveId" clId="{7542C960-ADBA-42BE-A85D-83B13780C791}" dt="2025-12-09T15:44:23.610" v="502" actId="20577"/>
          <ac:spMkLst>
            <pc:docMk/>
            <pc:sldMk cId="0" sldId="262"/>
            <ac:spMk id="25" creationId="{00000000-0000-0000-0000-000000000000}"/>
          </ac:spMkLst>
        </pc:spChg>
        <pc:spChg chg="add">
          <ac:chgData name="bora yeon" userId="8f5f7df639125dae" providerId="LiveId" clId="{7542C960-ADBA-42BE-A85D-83B13780C791}" dt="2025-12-09T15:40:44.027" v="439"/>
          <ac:spMkLst>
            <pc:docMk/>
            <pc:sldMk cId="0" sldId="262"/>
            <ac:spMk id="26" creationId="{B648C635-ADA8-F4CA-B4F5-A8E0090B311E}"/>
          </ac:spMkLst>
        </pc:spChg>
        <pc:spChg chg="add mod">
          <ac:chgData name="bora yeon" userId="8f5f7df639125dae" providerId="LiveId" clId="{7542C960-ADBA-42BE-A85D-83B13780C791}" dt="2025-12-09T15:40:54.003" v="443"/>
          <ac:spMkLst>
            <pc:docMk/>
            <pc:sldMk cId="0" sldId="262"/>
            <ac:spMk id="27" creationId="{0BFFF015-C103-383A-697D-CB3D1DDF649C}"/>
          </ac:spMkLst>
        </pc:spChg>
        <pc:spChg chg="add mod">
          <ac:chgData name="bora yeon" userId="8f5f7df639125dae" providerId="LiveId" clId="{7542C960-ADBA-42BE-A85D-83B13780C791}" dt="2025-12-09T15:40:53.627" v="442"/>
          <ac:spMkLst>
            <pc:docMk/>
            <pc:sldMk cId="0" sldId="262"/>
            <ac:spMk id="28" creationId="{6DB6F200-4F85-8A76-F277-99A424E564DF}"/>
          </ac:spMkLst>
        </pc:spChg>
        <pc:spChg chg="add">
          <ac:chgData name="bora yeon" userId="8f5f7df639125dae" providerId="LiveId" clId="{7542C960-ADBA-42BE-A85D-83B13780C791}" dt="2025-12-09T15:40:57.573" v="445"/>
          <ac:spMkLst>
            <pc:docMk/>
            <pc:sldMk cId="0" sldId="262"/>
            <ac:spMk id="29" creationId="{90401D56-4DA3-F0C2-983C-0D3585BBA05E}"/>
          </ac:spMkLst>
        </pc:spChg>
        <pc:spChg chg="add">
          <ac:chgData name="bora yeon" userId="8f5f7df639125dae" providerId="LiveId" clId="{7542C960-ADBA-42BE-A85D-83B13780C791}" dt="2025-12-09T15:41:03.159" v="448"/>
          <ac:spMkLst>
            <pc:docMk/>
            <pc:sldMk cId="0" sldId="262"/>
            <ac:spMk id="30" creationId="{F547976F-FCC3-9E65-17C1-81AA518C30A4}"/>
          </ac:spMkLst>
        </pc:spChg>
        <pc:spChg chg="add">
          <ac:chgData name="bora yeon" userId="8f5f7df639125dae" providerId="LiveId" clId="{7542C960-ADBA-42BE-A85D-83B13780C791}" dt="2025-12-09T15:41:15.222" v="451"/>
          <ac:spMkLst>
            <pc:docMk/>
            <pc:sldMk cId="0" sldId="262"/>
            <ac:spMk id="31" creationId="{2377B9A7-34AF-01B2-5833-814DF4CB7669}"/>
          </ac:spMkLst>
        </pc:spChg>
      </pc:sldChg>
      <pc:sldChg chg="addSp delSp modSp mod">
        <pc:chgData name="bora yeon" userId="8f5f7df639125dae" providerId="LiveId" clId="{7542C960-ADBA-42BE-A85D-83B13780C791}" dt="2025-12-09T16:00:00.814" v="707" actId="1076"/>
        <pc:sldMkLst>
          <pc:docMk/>
          <pc:sldMk cId="0" sldId="263"/>
        </pc:sldMkLst>
        <pc:spChg chg="del">
          <ac:chgData name="bora yeon" userId="8f5f7df639125dae" providerId="LiveId" clId="{7542C960-ADBA-42BE-A85D-83B13780C791}" dt="2025-12-09T15:57:50.186" v="670" actId="47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bora yeon" userId="8f5f7df639125dae" providerId="LiveId" clId="{7542C960-ADBA-42BE-A85D-83B13780C791}" dt="2025-12-09T15:58:50.730" v="693" actId="20577"/>
          <ac:spMkLst>
            <pc:docMk/>
            <pc:sldMk cId="0" sldId="263"/>
            <ac:spMk id="12" creationId="{00000000-0000-0000-0000-000000000000}"/>
          </ac:spMkLst>
        </pc:spChg>
        <pc:spChg chg="del">
          <ac:chgData name="bora yeon" userId="8f5f7df639125dae" providerId="LiveId" clId="{7542C960-ADBA-42BE-A85D-83B13780C791}" dt="2025-12-09T15:57:46.090" v="667" actId="478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7:43.197" v="664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bora yeon" userId="8f5f7df639125dae" providerId="LiveId" clId="{7542C960-ADBA-42BE-A85D-83B13780C791}" dt="2025-12-09T15:59:03.819" v="694" actId="478"/>
          <ac:spMkLst>
            <pc:docMk/>
            <pc:sldMk cId="0" sldId="263"/>
            <ac:spMk id="15" creationId="{00000000-0000-0000-0000-000000000000}"/>
          </ac:spMkLst>
        </pc:spChg>
        <pc:spChg chg="mod">
          <ac:chgData name="bora yeon" userId="8f5f7df639125dae" providerId="LiveId" clId="{7542C960-ADBA-42BE-A85D-83B13780C791}" dt="2025-12-09T16:00:00.814" v="707" actId="1076"/>
          <ac:spMkLst>
            <pc:docMk/>
            <pc:sldMk cId="0" sldId="263"/>
            <ac:spMk id="16" creationId="{00000000-0000-0000-0000-000000000000}"/>
          </ac:spMkLst>
        </pc:spChg>
        <pc:picChg chg="add del mod">
          <ac:chgData name="bora yeon" userId="8f5f7df639125dae" providerId="LiveId" clId="{7542C960-ADBA-42BE-A85D-83B13780C791}" dt="2025-12-09T15:57:48.147" v="669" actId="1076"/>
          <ac:picMkLst>
            <pc:docMk/>
            <pc:sldMk cId="0" sldId="263"/>
            <ac:picMk id="3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7.041" v="658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8.937" v="662" actId="478"/>
          <ac:picMkLst>
            <pc:docMk/>
            <pc:sldMk cId="0" sldId="263"/>
            <ac:picMk id="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7.298" v="659" actId="478"/>
          <ac:picMkLst>
            <pc:docMk/>
            <pc:sldMk cId="0" sldId="263"/>
            <ac:picMk id="6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8.408" v="661" actId="478"/>
          <ac:picMkLst>
            <pc:docMk/>
            <pc:sldMk cId="0" sldId="263"/>
            <ac:picMk id="7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9.401" v="663" actId="478"/>
          <ac:picMkLst>
            <pc:docMk/>
            <pc:sldMk cId="0" sldId="263"/>
            <ac:picMk id="8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7.729" v="660" actId="478"/>
          <ac:picMkLst>
            <pc:docMk/>
            <pc:sldMk cId="0" sldId="263"/>
            <ac:picMk id="9" creationId="{00000000-0000-0000-0000-000000000000}"/>
          </ac:picMkLst>
        </pc:picChg>
      </pc:sldChg>
      <pc:sldChg chg="modSp mod">
        <pc:chgData name="bora yeon" userId="8f5f7df639125dae" providerId="LiveId" clId="{7542C960-ADBA-42BE-A85D-83B13780C791}" dt="2025-12-09T16:00:14.928" v="708" actId="20577"/>
        <pc:sldMkLst>
          <pc:docMk/>
          <pc:sldMk cId="0" sldId="264"/>
        </pc:sldMkLst>
        <pc:spChg chg="mod">
          <ac:chgData name="bora yeon" userId="8f5f7df639125dae" providerId="LiveId" clId="{7542C960-ADBA-42BE-A85D-83B13780C791}" dt="2025-12-09T16:00:14.928" v="708" actId="20577"/>
          <ac:spMkLst>
            <pc:docMk/>
            <pc:sldMk cId="0" sldId="264"/>
            <ac:spMk id="6" creationId="{00000000-0000-0000-0000-000000000000}"/>
          </ac:spMkLst>
        </pc:spChg>
      </pc:sldChg>
      <pc:sldChg chg="new del">
        <pc:chgData name="bora yeon" userId="8f5f7df639125dae" providerId="LiveId" clId="{7542C960-ADBA-42BE-A85D-83B13780C791}" dt="2025-12-09T15:32:30.473" v="370" actId="680"/>
        <pc:sldMkLst>
          <pc:docMk/>
          <pc:sldMk cId="2998445944" sldId="265"/>
        </pc:sldMkLst>
      </pc:sldChg>
      <pc:sldChg chg="new del">
        <pc:chgData name="bora yeon" userId="8f5f7df639125dae" providerId="LiveId" clId="{7542C960-ADBA-42BE-A85D-83B13780C791}" dt="2025-12-09T15:30:26.740" v="325" actId="680"/>
        <pc:sldMkLst>
          <pc:docMk/>
          <pc:sldMk cId="3285264565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70100" y="5295900"/>
            <a:ext cx="202819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2000" b="0" i="0" u="none" strike="noStrike" spc="-720">
                <a:solidFill>
                  <a:srgbClr val="000000"/>
                </a:solidFill>
                <a:ea typeface="S-Core Dream 8 Heavy"/>
              </a:rPr>
              <a:t>자바로</a:t>
            </a:r>
            <a:r>
              <a:rPr lang="en-US" sz="12000" b="0" i="0" u="none" strike="noStrike" spc="-720">
                <a:solidFill>
                  <a:srgbClr val="000000"/>
                </a:solidFill>
                <a:latin typeface="S-Core Dream 8 Heavy"/>
              </a:rPr>
              <a:t> </a:t>
            </a:r>
            <a:r>
              <a:rPr lang="ko-KR" sz="12000" b="0" i="0" u="none" strike="noStrike" spc="-720">
                <a:solidFill>
                  <a:srgbClr val="000000"/>
                </a:solidFill>
                <a:ea typeface="S-Core Dream 8 Heavy"/>
              </a:rPr>
              <a:t>구현한</a:t>
            </a:r>
            <a:r>
              <a:rPr lang="en-US" sz="12000" b="0" i="0" u="none" strike="noStrike" spc="-720">
                <a:solidFill>
                  <a:srgbClr val="000000"/>
                </a:solidFill>
                <a:latin typeface="S-Core Dream 8 Heavy"/>
              </a:rPr>
              <a:t> </a:t>
            </a:r>
            <a:r>
              <a:rPr lang="ko-KR" sz="12000" b="0" i="0" u="none" strike="noStrike" spc="-720">
                <a:solidFill>
                  <a:srgbClr val="000000"/>
                </a:solidFill>
                <a:ea typeface="S-Core Dream 8 Heavy"/>
              </a:rPr>
              <a:t>편의점</a:t>
            </a:r>
            <a:r>
              <a:rPr lang="en-US" sz="12000" b="0" i="0" u="none" strike="noStrike" spc="-720">
                <a:solidFill>
                  <a:srgbClr val="000000"/>
                </a:solidFill>
                <a:latin typeface="S-Core Dream 8 Heavy"/>
              </a:rPr>
              <a:t> POS </a:t>
            </a:r>
            <a:r>
              <a:rPr lang="ko-KR" sz="12000" b="0" i="0" u="none" strike="noStrike" spc="-720">
                <a:solidFill>
                  <a:srgbClr val="000000"/>
                </a:solidFill>
                <a:ea typeface="S-Core Dream 8 Heavy"/>
              </a:rPr>
              <a:t>프로그램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46300" y="4191000"/>
            <a:ext cx="20116800" cy="749300"/>
          </a:xfrm>
          <a:prstGeom prst="rect">
            <a:avLst/>
          </a:prstGeom>
        </p:spPr>
        <p:txBody>
          <a:bodyPr lIns="0" tIns="0" rIns="0" bIns="53203" rtlCol="0" anchor="b"/>
          <a:lstStyle/>
          <a:p>
            <a:pPr lvl="0" algn="ctr">
              <a:lnSpc>
                <a:spcPct val="99600"/>
              </a:lnSpc>
            </a:pPr>
            <a:r>
              <a:rPr lang="ko-KR" sz="4189" b="0" i="0" u="none" strike="noStrike" spc="-250">
                <a:solidFill>
                  <a:srgbClr val="2FA599"/>
                </a:solidFill>
                <a:ea typeface="S-Core Dream 4 Regular"/>
              </a:rPr>
              <a:t>효율적인</a:t>
            </a:r>
            <a:r>
              <a:rPr lang="en-US" sz="4189" b="0" i="0" u="none" strike="noStrike" spc="-250">
                <a:solidFill>
                  <a:srgbClr val="2FA599"/>
                </a:solidFill>
                <a:latin typeface="S-Core Dream 4 Regular"/>
              </a:rPr>
              <a:t> </a:t>
            </a:r>
            <a:r>
              <a:rPr lang="ko-KR" sz="4189" b="0" i="0" u="none" strike="noStrike" spc="-250">
                <a:solidFill>
                  <a:srgbClr val="2FA599"/>
                </a:solidFill>
                <a:ea typeface="S-Core Dream 4 Regular"/>
              </a:rPr>
              <a:t>매장</a:t>
            </a:r>
            <a:r>
              <a:rPr lang="en-US" sz="4189" b="0" i="0" u="none" strike="noStrike" spc="-250">
                <a:solidFill>
                  <a:srgbClr val="2FA599"/>
                </a:solidFill>
                <a:latin typeface="S-Core Dream 4 Regular"/>
              </a:rPr>
              <a:t> </a:t>
            </a:r>
            <a:r>
              <a:rPr lang="ko-KR" sz="4189" b="0" i="0" u="none" strike="noStrike" spc="-250">
                <a:solidFill>
                  <a:srgbClr val="2FA599"/>
                </a:solidFill>
                <a:ea typeface="S-Core Dream 4 Regular"/>
              </a:rPr>
              <a:t>관리를</a:t>
            </a:r>
            <a:r>
              <a:rPr lang="en-US" sz="4189" b="0" i="0" u="none" strike="noStrike" spc="-250">
                <a:solidFill>
                  <a:srgbClr val="2FA599"/>
                </a:solidFill>
                <a:latin typeface="S-Core Dream 4 Regular"/>
              </a:rPr>
              <a:t> </a:t>
            </a:r>
            <a:r>
              <a:rPr lang="ko-KR" sz="4189" b="0" i="0" u="none" strike="noStrike" spc="-250">
                <a:solidFill>
                  <a:srgbClr val="2FA599"/>
                </a:solidFill>
                <a:ea typeface="S-Core Dream 4 Regular"/>
              </a:rPr>
              <a:t>위한</a:t>
            </a:r>
            <a:r>
              <a:rPr lang="en-US" sz="4189" b="0" i="0" u="none" strike="noStrike" spc="-250">
                <a:solidFill>
                  <a:srgbClr val="2FA599"/>
                </a:solidFill>
                <a:latin typeface="S-Core Dream 4 Regular"/>
              </a:rPr>
              <a:t> </a:t>
            </a:r>
            <a:r>
              <a:rPr lang="ko-KR" sz="4189" b="0" i="0" u="none" strike="noStrike" spc="-250">
                <a:solidFill>
                  <a:srgbClr val="2FA599"/>
                </a:solidFill>
                <a:ea typeface="S-Core Dream 4 Regular"/>
              </a:rPr>
              <a:t>자바</a:t>
            </a:r>
            <a:r>
              <a:rPr lang="en-US" sz="4189" b="0" i="0" u="none" strike="noStrike" spc="-250">
                <a:solidFill>
                  <a:srgbClr val="2FA599"/>
                </a:solidFill>
                <a:latin typeface="S-Core Dream 4 Regular"/>
              </a:rPr>
              <a:t> </a:t>
            </a:r>
            <a:r>
              <a:rPr lang="ko-KR" sz="4189" b="0" i="0" u="none" strike="noStrike" spc="-250">
                <a:solidFill>
                  <a:srgbClr val="2FA599"/>
                </a:solidFill>
                <a:ea typeface="S-Core Dream 4 Regular"/>
              </a:rPr>
              <a:t>기반</a:t>
            </a:r>
            <a:r>
              <a:rPr lang="en-US" sz="4189" b="0" i="0" u="none" strike="noStrike" spc="-250">
                <a:solidFill>
                  <a:srgbClr val="2FA599"/>
                </a:solidFill>
                <a:latin typeface="S-Core Dream 4 Regular"/>
              </a:rPr>
              <a:t> </a:t>
            </a:r>
            <a:r>
              <a:rPr lang="ko-KR" sz="4189" b="0" i="0" u="none" strike="noStrike" spc="-250">
                <a:solidFill>
                  <a:srgbClr val="2FA599"/>
                </a:solidFill>
                <a:ea typeface="S-Core Dream 4 Regular"/>
              </a:rPr>
              <a:t>솔루션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10566400"/>
            <a:ext cx="6756400" cy="1104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906000" y="10744200"/>
            <a:ext cx="4622800" cy="749300"/>
          </a:xfrm>
          <a:prstGeom prst="rect">
            <a:avLst/>
          </a:prstGeom>
        </p:spPr>
        <p:txBody>
          <a:bodyPr lIns="0" tIns="53203" rIns="0" bIns="53203" rtlCol="0" anchor="ctr"/>
          <a:lstStyle/>
          <a:p>
            <a:pPr lvl="0" algn="ctr">
              <a:lnSpc>
                <a:spcPct val="99600"/>
              </a:lnSpc>
            </a:pPr>
            <a:r>
              <a:rPr lang="en" sz="4189" b="0" i="0" u="none" strike="noStrike" spc="-250" dirty="0">
                <a:solidFill>
                  <a:srgbClr val="000000"/>
                </a:solidFill>
                <a:latin typeface="S-Core Dream 7 ExtraBold"/>
              </a:rPr>
              <a:t>2025-12-09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963C59E6-A46D-C722-60F6-71DD181BD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1814" y="11125200"/>
            <a:ext cx="3258335" cy="532848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08D5003A-933D-EB21-8BD0-C17F7C30E693}"/>
              </a:ext>
            </a:extLst>
          </p:cNvPr>
          <p:cNvSpPr txBox="1"/>
          <p:nvPr/>
        </p:nvSpPr>
        <p:spPr>
          <a:xfrm>
            <a:off x="20179908" y="11210945"/>
            <a:ext cx="2089818" cy="361357"/>
          </a:xfrm>
          <a:prstGeom prst="rect">
            <a:avLst/>
          </a:prstGeom>
        </p:spPr>
        <p:txBody>
          <a:bodyPr lIns="0" tIns="53203" rIns="0" bIns="53203" rtlCol="0" anchor="ctr"/>
          <a:lstStyle/>
          <a:p>
            <a:pPr lvl="0" algn="ctr">
              <a:lnSpc>
                <a:spcPct val="99600"/>
              </a:lnSpc>
            </a:pPr>
            <a:r>
              <a:rPr lang="en" sz="2000" b="1" i="0" u="none" strike="noStrike" spc="-250" dirty="0">
                <a:solidFill>
                  <a:srgbClr val="000000"/>
                </a:solidFill>
                <a:latin typeface="S-Core Dream 7 ExtraBold"/>
              </a:rPr>
              <a:t>202532980  - </a:t>
            </a:r>
            <a:r>
              <a:rPr lang="ko-KR" altLang="en-US" sz="2000" b="1" i="0" u="none" strike="noStrike" spc="-250" dirty="0" err="1">
                <a:solidFill>
                  <a:srgbClr val="000000"/>
                </a:solidFill>
                <a:latin typeface="S-Core Dream 7 ExtraBold"/>
              </a:rPr>
              <a:t>김채훈</a:t>
            </a:r>
            <a:endParaRPr lang="en" sz="2000" b="1" i="0" u="none" strike="noStrike" spc="-250" dirty="0">
              <a:solidFill>
                <a:srgbClr val="000000"/>
              </a:solidFill>
              <a:latin typeface="S-Core Dream 7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23950"/>
            <a:ext cx="22136100" cy="1146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spc="-600" dirty="0">
                <a:solidFill>
                  <a:srgbClr val="000000"/>
                </a:solidFill>
                <a:ea typeface="S-Core Dream 6 Bold"/>
              </a:rPr>
              <a:t>개발환경</a:t>
            </a:r>
            <a:endParaRPr lang="en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62450" y="4572276"/>
            <a:ext cx="1778000" cy="11811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en" sz="6664" b="0" i="0" u="none" strike="noStrike" spc="-133" dirty="0">
                <a:solidFill>
                  <a:schemeClr val="tx1">
                    <a:alpha val="70196"/>
                  </a:schemeClr>
                </a:solidFill>
                <a:latin typeface="S-Core Dream 9 Black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4176" y="6877326"/>
            <a:ext cx="6565900" cy="6223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en-US" altLang="ko-KR" sz="3600" dirty="0"/>
              <a:t>Integrated Development Environment ( IDE )</a:t>
            </a:r>
            <a:endParaRPr lang="ko-KR" sz="3466" b="0" i="0" u="none" strike="noStrike" spc="-2" dirty="0">
              <a:solidFill>
                <a:srgbClr val="000000"/>
              </a:solidFill>
              <a:ea typeface="S-Core Dream 5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87550" y="7652026"/>
            <a:ext cx="6540500" cy="83185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1" i="0" u="none" strike="noStrike" spc="-204" dirty="0">
                <a:solidFill>
                  <a:srgbClr val="000000"/>
                </a:solidFill>
                <a:latin typeface="S-Core Dream 4 Regular"/>
              </a:rPr>
              <a:t>- Visual Studio Code</a:t>
            </a:r>
            <a:endParaRPr lang="ko-KR" sz="4000" b="1" i="0" u="none" strike="noStrike" spc="-204" dirty="0">
              <a:solidFill>
                <a:srgbClr val="000000"/>
              </a:solidFill>
              <a:ea typeface="S-Core Dream 4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322050" y="4572276"/>
            <a:ext cx="1778000" cy="11811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en" sz="6664" b="0" i="0" u="none" strike="noStrike" spc="-133">
                <a:solidFill>
                  <a:schemeClr val="tx1">
                    <a:alpha val="70196"/>
                  </a:schemeClr>
                </a:solidFill>
                <a:latin typeface="S-Core Dream 9 Black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34450" y="6705600"/>
            <a:ext cx="6565900" cy="6223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altLang="en-US" sz="3600" dirty="0"/>
              <a:t>운영체제 </a:t>
            </a:r>
            <a:r>
              <a:rPr lang="en-US" altLang="ko-KR" sz="3600" dirty="0"/>
              <a:t>( Operating System )</a:t>
            </a:r>
            <a:endParaRPr lang="ko-KR" sz="3466" b="0" i="0" u="none" strike="noStrike" spc="-2" dirty="0">
              <a:solidFill>
                <a:srgbClr val="000000"/>
              </a:solidFill>
              <a:ea typeface="S-Core Dream 5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24511" y="7664726"/>
            <a:ext cx="6540500" cy="83185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4000" b="1" dirty="0"/>
              <a:t>- Windows 11</a:t>
            </a:r>
            <a:endParaRPr lang="ko-KR" sz="4000" b="1" i="0" u="none" strike="noStrike" spc="-204" dirty="0">
              <a:solidFill>
                <a:srgbClr val="000000"/>
              </a:solidFill>
              <a:ea typeface="S-Core Dream 4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281650" y="4572276"/>
            <a:ext cx="1778000" cy="11811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en" sz="6664" b="0" i="0" u="none" strike="noStrike" spc="-133">
                <a:solidFill>
                  <a:schemeClr val="tx1">
                    <a:alpha val="70196"/>
                  </a:schemeClr>
                </a:solidFill>
                <a:latin typeface="S-Core Dream 9 Black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94050" y="6705600"/>
            <a:ext cx="6565900" cy="6223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altLang="en-US" sz="3600" dirty="0"/>
              <a:t>데이터베이스 </a:t>
            </a:r>
            <a:r>
              <a:rPr lang="en-US" altLang="ko-KR" sz="3600" dirty="0"/>
              <a:t>( Database )</a:t>
            </a:r>
            <a:endParaRPr lang="ko-KR" sz="3466" b="0" i="0" u="none" strike="noStrike" spc="-2" dirty="0">
              <a:solidFill>
                <a:srgbClr val="000000"/>
              </a:solidFill>
              <a:ea typeface="S-Core Dream 5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894050" y="7710004"/>
            <a:ext cx="6540500" cy="1562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1" i="0" u="none" strike="noStrike" spc="-204" dirty="0">
                <a:solidFill>
                  <a:srgbClr val="000000"/>
                </a:solidFill>
                <a:latin typeface="S-Core Dream 4 Regular"/>
              </a:rPr>
              <a:t>-  </a:t>
            </a:r>
            <a:r>
              <a:rPr lang="en-US" altLang="ko-KR" sz="4000" b="1" dirty="0"/>
              <a:t>MySQL</a:t>
            </a:r>
            <a:endParaRPr lang="ko-KR" sz="4000" b="1" i="0" u="none" strike="noStrike" spc="-204" dirty="0">
              <a:solidFill>
                <a:srgbClr val="000000"/>
              </a:solidFill>
              <a:ea typeface="S-Core Dream 4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spc="-600" dirty="0">
                <a:solidFill>
                  <a:srgbClr val="000000"/>
                </a:solidFill>
                <a:ea typeface="S-Core Dream 6 Bold"/>
              </a:rPr>
              <a:t>개발 목적 및 대상</a:t>
            </a:r>
            <a:endParaRPr lang="ko-KR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85700" y="7493000"/>
            <a:ext cx="4533900" cy="35052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endParaRPr lang="ko-KR" sz="2933" b="0" i="0" u="none" strike="noStrike" spc="-204" dirty="0">
              <a:solidFill>
                <a:srgbClr val="000000"/>
              </a:solidFill>
              <a:ea typeface="S-Core Dream 4 Regular"/>
            </a:endParaRPr>
          </a:p>
        </p:txBody>
      </p:sp>
      <p:pic>
        <p:nvPicPr>
          <p:cNvPr id="30" name="Picture 5">
            <a:extLst>
              <a:ext uri="{FF2B5EF4-FFF2-40B4-BE49-F238E27FC236}">
                <a16:creationId xmlns:a16="http://schemas.microsoft.com/office/drawing/2014/main" id="{2E3C64D2-8109-83EE-4A50-71895AF8C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301" y="3279913"/>
            <a:ext cx="3162300" cy="4013200"/>
          </a:xfrm>
          <a:prstGeom prst="rect">
            <a:avLst/>
          </a:prstGeom>
        </p:spPr>
      </p:pic>
      <p:pic>
        <p:nvPicPr>
          <p:cNvPr id="31" name="Picture 6">
            <a:extLst>
              <a:ext uri="{FF2B5EF4-FFF2-40B4-BE49-F238E27FC236}">
                <a16:creationId xmlns:a16="http://schemas.microsoft.com/office/drawing/2014/main" id="{FCA170FB-F583-055B-F177-7845CA054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501" y="3279913"/>
            <a:ext cx="3162300" cy="4013200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78D87C4A-2AEE-72CD-5744-63276AF95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101" y="4207013"/>
            <a:ext cx="5092700" cy="7391400"/>
          </a:xfrm>
          <a:prstGeom prst="rect">
            <a:avLst/>
          </a:prstGeom>
          <a:effectLst>
            <a:outerShdw dist="195897" dir="2700000">
              <a:srgbClr val="000000">
                <a:alpha val="14000"/>
              </a:srgbClr>
            </a:outerShdw>
          </a:effectLst>
        </p:spPr>
      </p:pic>
      <p:sp>
        <p:nvSpPr>
          <p:cNvPr id="33" name="TextBox 10">
            <a:extLst>
              <a:ext uri="{FF2B5EF4-FFF2-40B4-BE49-F238E27FC236}">
                <a16:creationId xmlns:a16="http://schemas.microsoft.com/office/drawing/2014/main" id="{81A67588-917C-DD5D-EA82-D4B4DA65BB4B}"/>
              </a:ext>
            </a:extLst>
          </p:cNvPr>
          <p:cNvSpPr txBox="1"/>
          <p:nvPr/>
        </p:nvSpPr>
        <p:spPr>
          <a:xfrm>
            <a:off x="6629401" y="4562613"/>
            <a:ext cx="4635500" cy="12319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altLang="en-US" sz="3600" b="1" dirty="0"/>
              <a:t>프로젝트 목적</a:t>
            </a:r>
            <a:endParaRPr lang="ko-KR" sz="3466" b="1" i="0" u="none" strike="noStrike" spc="-2" dirty="0">
              <a:solidFill>
                <a:srgbClr val="000000"/>
              </a:solidFill>
              <a:ea typeface="S-Core Dream 5 Medium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FBFBC702-D20A-D19E-7A9D-506A9E8E217D}"/>
              </a:ext>
            </a:extLst>
          </p:cNvPr>
          <p:cNvSpPr txBox="1"/>
          <p:nvPr/>
        </p:nvSpPr>
        <p:spPr>
          <a:xfrm>
            <a:off x="6667501" y="6010413"/>
            <a:ext cx="4533900" cy="35052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ko-KR" altLang="en-US" sz="2000" dirty="0"/>
              <a:t>편의점 상품 정보를 </a:t>
            </a:r>
            <a:r>
              <a:rPr lang="ko-KR" altLang="en-US" sz="2000" b="1" dirty="0"/>
              <a:t>간단하게 조회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추가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삭제</a:t>
            </a:r>
            <a:r>
              <a:rPr lang="ko-KR" altLang="en-US" sz="2000" dirty="0"/>
              <a:t>할 수 있는 관리 도구 제공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ko-KR" altLang="en-US" sz="2000" dirty="0"/>
              <a:t>데이터베이스</a:t>
            </a:r>
            <a:r>
              <a:rPr lang="en-US" altLang="ko-KR" sz="2000" dirty="0"/>
              <a:t>(MySQL)</a:t>
            </a:r>
            <a:r>
              <a:rPr lang="ko-KR" altLang="en-US" sz="2000" dirty="0"/>
              <a:t>와 연동하여 </a:t>
            </a:r>
            <a:r>
              <a:rPr lang="ko-KR" altLang="en-US" sz="2000" b="1" dirty="0"/>
              <a:t>상품 정보를 효율적으로 관리</a:t>
            </a:r>
            <a:r>
              <a:rPr lang="ko-KR" altLang="en-US" sz="2000" dirty="0"/>
              <a:t>할 수 있도록 지원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en-US" altLang="ko-KR" sz="2000" dirty="0"/>
              <a:t>POS </a:t>
            </a:r>
            <a:r>
              <a:rPr lang="ko-KR" altLang="en-US" sz="2000" dirty="0"/>
              <a:t>시스템의 기본 기능을 </a:t>
            </a:r>
            <a:r>
              <a:rPr lang="ko-KR" altLang="en-US" sz="2000" b="1" dirty="0"/>
              <a:t>학습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연습하기 위한 실습용 프로그램</a:t>
            </a:r>
            <a:r>
              <a:rPr lang="ko-KR" altLang="en-US" sz="2000" dirty="0"/>
              <a:t> 구현</a:t>
            </a:r>
          </a:p>
          <a:p>
            <a:pPr lvl="0" algn="ctr">
              <a:lnSpc>
                <a:spcPct val="132800"/>
              </a:lnSpc>
            </a:pPr>
            <a:endParaRPr lang="ko-KR" sz="2933" b="0" i="0" u="none" strike="noStrike" spc="-204" dirty="0">
              <a:solidFill>
                <a:srgbClr val="000000"/>
              </a:solidFill>
              <a:ea typeface="S-Core Dream 4 Regular"/>
            </a:endParaRPr>
          </a:p>
        </p:txBody>
      </p:sp>
      <p:pic>
        <p:nvPicPr>
          <p:cNvPr id="35" name="Picture 12">
            <a:extLst>
              <a:ext uri="{FF2B5EF4-FFF2-40B4-BE49-F238E27FC236}">
                <a16:creationId xmlns:a16="http://schemas.microsoft.com/office/drawing/2014/main" id="{D495D6B9-9CC2-BFC1-D527-D8B80820E3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8301" y="4207013"/>
            <a:ext cx="5092700" cy="7391400"/>
          </a:xfrm>
          <a:prstGeom prst="rect">
            <a:avLst/>
          </a:prstGeom>
          <a:effectLst>
            <a:outerShdw dist="195897" dir="2700000">
              <a:srgbClr val="000000">
                <a:alpha val="14000"/>
              </a:srgbClr>
            </a:outerShdw>
          </a:effectLst>
        </p:spPr>
      </p:pic>
      <p:sp>
        <p:nvSpPr>
          <p:cNvPr id="36" name="TextBox 13">
            <a:extLst>
              <a:ext uri="{FF2B5EF4-FFF2-40B4-BE49-F238E27FC236}">
                <a16:creationId xmlns:a16="http://schemas.microsoft.com/office/drawing/2014/main" id="{2F9469B0-16C7-06C4-1BE9-4A401C52DF10}"/>
              </a:ext>
            </a:extLst>
          </p:cNvPr>
          <p:cNvSpPr txBox="1"/>
          <p:nvPr/>
        </p:nvSpPr>
        <p:spPr>
          <a:xfrm>
            <a:off x="12026901" y="5172213"/>
            <a:ext cx="4635500" cy="622300"/>
          </a:xfrm>
          <a:prstGeom prst="rect">
            <a:avLst/>
          </a:prstGeom>
        </p:spPr>
        <p:txBody>
          <a:bodyPr rtlCol="0" anchor="b"/>
          <a:lstStyle/>
          <a:p>
            <a:pPr algn="ctr"/>
            <a:r>
              <a:rPr lang="ko-KR" altLang="en-US" sz="3600" b="1" dirty="0"/>
              <a:t>대상 사용자</a:t>
            </a:r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54F94CBA-8643-1463-5D08-0D0D690B10DE}"/>
              </a:ext>
            </a:extLst>
          </p:cNvPr>
          <p:cNvSpPr txBox="1"/>
          <p:nvPr/>
        </p:nvSpPr>
        <p:spPr>
          <a:xfrm>
            <a:off x="12077701" y="6010413"/>
            <a:ext cx="4533900" cy="35052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2000" dirty="0"/>
              <a:t>Java </a:t>
            </a:r>
            <a:r>
              <a:rPr lang="ko-KR" altLang="en-US" sz="2000" dirty="0"/>
              <a:t>및 </a:t>
            </a:r>
            <a:r>
              <a:rPr lang="en-US" altLang="ko-KR" sz="2000" dirty="0"/>
              <a:t>JDBC </a:t>
            </a:r>
            <a:r>
              <a:rPr lang="ko-KR" altLang="en-US" sz="2000" dirty="0"/>
              <a:t>학습자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ko-KR" altLang="en-US" sz="2000" dirty="0"/>
              <a:t>편의점 관리 기능을 연습하려는 학생</a:t>
            </a:r>
            <a:r>
              <a:rPr lang="en-US" altLang="ko-KR" sz="2000" dirty="0"/>
              <a:t>·</a:t>
            </a:r>
            <a:r>
              <a:rPr lang="ko-KR" altLang="en-US" sz="2000" dirty="0"/>
              <a:t>초보 개발자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ko-KR" altLang="en-US" sz="2000" dirty="0"/>
              <a:t>간단한 상품 관리 화면이 필요한 사용자</a:t>
            </a:r>
          </a:p>
          <a:p>
            <a:pPr algn="ctr"/>
            <a:r>
              <a:rPr lang="en-US" altLang="ko-KR" sz="2000" dirty="0"/>
              <a:t>POS </a:t>
            </a:r>
            <a:r>
              <a:rPr lang="ko-KR" altLang="en-US" sz="2000" dirty="0"/>
              <a:t>구조를 이해하려는 </a:t>
            </a:r>
            <a:r>
              <a:rPr lang="ko-KR" altLang="en-US" sz="2000" dirty="0" err="1"/>
              <a:t>입문자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프로그램</a:t>
            </a:r>
            <a:r>
              <a:rPr lang="en-US" sz="6000" b="0" i="0" u="none" strike="noStrike" spc="-600" dirty="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구조</a:t>
            </a:r>
            <a:r>
              <a:rPr lang="en-US" sz="6000" b="0" i="0" u="none" strike="noStrike" spc="-600" dirty="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설명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100" y="3238500"/>
            <a:ext cx="3162300" cy="4013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2156" y="3238500"/>
            <a:ext cx="3162300" cy="4013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98278" y="3238500"/>
            <a:ext cx="3162300" cy="4013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900" y="4165600"/>
            <a:ext cx="5092700" cy="7391400"/>
          </a:xfrm>
          <a:prstGeom prst="rect">
            <a:avLst/>
          </a:prstGeom>
          <a:effectLst>
            <a:outerShdw dist="195897" dir="2700000">
              <a:srgbClr val="000000">
                <a:alpha val="14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854200" y="5130800"/>
            <a:ext cx="4635500" cy="6223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 spc="-2">
                <a:solidFill>
                  <a:srgbClr val="000000"/>
                </a:solidFill>
                <a:latin typeface="S-Core Dream 5 Medium"/>
              </a:rPr>
              <a:t>MVC </a:t>
            </a:r>
            <a:r>
              <a:rPr lang="ko-KR" sz="3466" b="0" i="0" u="none" strike="noStrike" spc="-2">
                <a:solidFill>
                  <a:srgbClr val="000000"/>
                </a:solidFill>
                <a:ea typeface="S-Core Dream 5 Medium"/>
              </a:rPr>
              <a:t>아키텍처</a:t>
            </a:r>
            <a:r>
              <a:rPr lang="en-US" sz="3466" b="0" i="0" u="none" strike="noStrike" spc="-2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3466" b="0" i="0" u="none" strike="noStrike" spc="-2">
                <a:solidFill>
                  <a:srgbClr val="000000"/>
                </a:solidFill>
                <a:ea typeface="S-Core Dream 5 Medium"/>
              </a:rPr>
              <a:t>적용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2300" y="5969000"/>
            <a:ext cx="4533900" cy="4699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- Model: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데이터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및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비즈니스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로직</a:t>
            </a:r>
          </a:p>
          <a:p>
            <a:pPr lvl="0" algn="ctr">
              <a:lnSpc>
                <a:spcPct val="132800"/>
              </a:lnSpc>
            </a:pP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- View: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사용자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인터페이스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구현</a:t>
            </a:r>
          </a:p>
          <a:p>
            <a:pPr lvl="0" algn="ctr">
              <a:lnSpc>
                <a:spcPct val="132800"/>
              </a:lnSpc>
            </a:pP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- Controller: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사용자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입력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처리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6956" y="4165600"/>
            <a:ext cx="5092700" cy="7391400"/>
          </a:xfrm>
          <a:prstGeom prst="rect">
            <a:avLst/>
          </a:prstGeom>
          <a:effectLst>
            <a:outerShdw dist="195897" dir="2700000">
              <a:srgbClr val="000000">
                <a:alpha val="14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9615556" y="5130800"/>
            <a:ext cx="4635500" cy="6223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3466" b="0" i="0" u="none" strike="noStrike" spc="-2" dirty="0">
                <a:solidFill>
                  <a:srgbClr val="000000"/>
                </a:solidFill>
                <a:ea typeface="S-Core Dream 5 Medium"/>
              </a:rPr>
              <a:t>데이터베이스</a:t>
            </a:r>
            <a:r>
              <a:rPr lang="en-US" sz="3466" b="0" i="0" u="none" strike="noStrike" spc="-2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3466" b="0" i="0" u="none" strike="noStrike" spc="-2" dirty="0">
                <a:solidFill>
                  <a:srgbClr val="000000"/>
                </a:solidFill>
                <a:ea typeface="S-Core Dream 5 Medium"/>
              </a:rPr>
              <a:t>연동</a:t>
            </a:r>
            <a:r>
              <a:rPr lang="en-US" sz="3466" b="0" i="0" u="none" strike="noStrike" spc="-2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3466" b="0" i="0" u="none" strike="noStrike" spc="-2" dirty="0">
                <a:solidFill>
                  <a:srgbClr val="000000"/>
                </a:solidFill>
                <a:ea typeface="S-Core Dream 5 Medium"/>
              </a:rPr>
              <a:t>구조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66356" y="5969000"/>
            <a:ext cx="4533900" cy="35052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- JDBC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를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통한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MySQL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연결</a:t>
            </a:r>
          </a:p>
          <a:p>
            <a:pPr lvl="0" algn="ctr">
              <a:lnSpc>
                <a:spcPct val="132800"/>
              </a:lnSpc>
            </a:pP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-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데이터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CRUD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작업</a:t>
            </a: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추상화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3078" y="4165600"/>
            <a:ext cx="5092700" cy="7391400"/>
          </a:xfrm>
          <a:prstGeom prst="rect">
            <a:avLst/>
          </a:prstGeom>
          <a:effectLst>
            <a:outerShdw dist="195897" dir="2700000">
              <a:srgbClr val="000000">
                <a:alpha val="14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16987078" y="5346700"/>
            <a:ext cx="4635500" cy="6223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3466" b="0" i="0" u="none" strike="noStrike" spc="-2" dirty="0">
                <a:solidFill>
                  <a:srgbClr val="000000"/>
                </a:solidFill>
                <a:ea typeface="S-Core Dream 5 Medium"/>
              </a:rPr>
              <a:t>시스템</a:t>
            </a:r>
            <a:r>
              <a:rPr lang="en-US" sz="3466" b="0" i="0" u="none" strike="noStrike" spc="-2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3466" b="0" i="0" u="none" strike="noStrike" spc="-2" dirty="0">
                <a:solidFill>
                  <a:srgbClr val="000000"/>
                </a:solidFill>
                <a:ea typeface="S-Core Dream 5 Medium"/>
              </a:rPr>
              <a:t>요구사항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72778" y="5969000"/>
            <a:ext cx="4533900" cy="35052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- Java SE 8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이상</a:t>
            </a:r>
          </a:p>
          <a:p>
            <a:pPr lvl="0" algn="ctr">
              <a:lnSpc>
                <a:spcPct val="132800"/>
              </a:lnSpc>
            </a:pPr>
            <a:r>
              <a:rPr lang="en-US" sz="2933" b="0" i="0" u="none" strike="noStrike" spc="-204" dirty="0">
                <a:solidFill>
                  <a:srgbClr val="000000"/>
                </a:solidFill>
                <a:latin typeface="S-Core Dream 4 Regular"/>
              </a:rPr>
              <a:t>- MySQL 5.7 </a:t>
            </a:r>
            <a:r>
              <a:rPr lang="ko-KR" sz="2933" b="0" i="0" u="none" strike="noStrike" spc="-204" dirty="0">
                <a:solidFill>
                  <a:srgbClr val="000000"/>
                </a:solidFill>
                <a:ea typeface="S-Core Dream 4 Regular"/>
              </a:rPr>
              <a:t>이상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b="0" i="0" u="none" strike="noStrike" spc="-600" dirty="0">
                <a:solidFill>
                  <a:srgbClr val="000000"/>
                </a:solidFill>
                <a:ea typeface="S-Core Dream 6 Bold"/>
              </a:rPr>
              <a:t>실행화면</a:t>
            </a:r>
            <a:endParaRPr lang="ko-KR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pic>
        <p:nvPicPr>
          <p:cNvPr id="22" name="그림 21" descr="텍스트, 스크린샷, 소프트웨어, 컴퓨터 아이콘이(가) 표시된 사진">
            <a:extLst>
              <a:ext uri="{FF2B5EF4-FFF2-40B4-BE49-F238E27FC236}">
                <a16:creationId xmlns:a16="http://schemas.microsoft.com/office/drawing/2014/main" id="{86059CF7-D884-0189-4A7C-66BE8357F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537255"/>
            <a:ext cx="7920000" cy="46414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그림 23" descr="텍스트, 스크린샷, 라인, 번호이(가) 표시된 사진">
            <a:extLst>
              <a:ext uri="{FF2B5EF4-FFF2-40B4-BE49-F238E27FC236}">
                <a16:creationId xmlns:a16="http://schemas.microsoft.com/office/drawing/2014/main" id="{EBECFB2C-7E89-8C3E-B1EA-28268C8C0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4514064"/>
            <a:ext cx="7524000" cy="46360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0" y="5016500"/>
            <a:ext cx="167132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7500" y="3517900"/>
            <a:ext cx="2984500" cy="298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0" y="3517900"/>
            <a:ext cx="29845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5400" y="4064000"/>
            <a:ext cx="1905000" cy="190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3400" y="3517900"/>
            <a:ext cx="2984500" cy="298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1400" y="4051300"/>
            <a:ext cx="1905000" cy="190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36800" y="3517900"/>
            <a:ext cx="2984500" cy="298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09900" y="4191000"/>
            <a:ext cx="1638300" cy="163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15200" y="4165600"/>
            <a:ext cx="1701800" cy="1701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3517900"/>
            <a:ext cx="2984500" cy="298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99300" y="4495800"/>
            <a:ext cx="1524000" cy="1041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dirty="0"/>
              <a:t>주요 구현 기능</a:t>
            </a:r>
            <a:endParaRPr lang="ko-KR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862313" y="6782904"/>
            <a:ext cx="3365500" cy="62611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4. </a:t>
            </a:r>
            <a:r>
              <a:rPr lang="ko-KR" altLang="en-US" sz="3000" b="1" dirty="0"/>
              <a:t>테이블 모델 사용</a:t>
            </a:r>
            <a:endParaRPr lang="en-US" altLang="ko-KR" sz="3000" b="1" dirty="0"/>
          </a:p>
          <a:p>
            <a:endParaRPr lang="ko-KR" altLang="en-US" sz="2000" b="1" dirty="0"/>
          </a:p>
          <a:p>
            <a:pPr algn="ctr"/>
            <a:r>
              <a:rPr lang="en-US" altLang="ko-KR" sz="2000" b="1" dirty="0"/>
              <a:t>1. </a:t>
            </a:r>
            <a:r>
              <a:rPr lang="en-US" altLang="ko-KR" sz="2000" b="1" dirty="0" err="1"/>
              <a:t>DefaultTableModel</a:t>
            </a:r>
            <a:r>
              <a:rPr lang="ko-KR" altLang="en-US" sz="2000" b="1" dirty="0"/>
              <a:t> 사용</a:t>
            </a:r>
          </a:p>
          <a:p>
            <a:pPr algn="ctr"/>
            <a:r>
              <a:rPr lang="en-US" altLang="ko-KR" sz="2000" b="1" dirty="0"/>
              <a:t>2. DB</a:t>
            </a:r>
            <a:r>
              <a:rPr lang="ko-KR" altLang="en-US" sz="2000" b="1" dirty="0"/>
              <a:t>에서 가져온 데이터를 테이블에 출력</a:t>
            </a:r>
          </a:p>
          <a:p>
            <a:pPr algn="ctr"/>
            <a:r>
              <a:rPr lang="en-US" altLang="ko-KR" sz="2000" b="1" dirty="0"/>
              <a:t>3. </a:t>
            </a:r>
            <a:r>
              <a:rPr lang="ko-KR" altLang="en-US" sz="2000" b="1" dirty="0"/>
              <a:t>테이블 갱신</a:t>
            </a:r>
            <a:r>
              <a:rPr lang="en-US" altLang="ko-KR" sz="2000" b="1" dirty="0"/>
              <a:t>(refresh) </a:t>
            </a:r>
            <a:r>
              <a:rPr lang="ko-KR" altLang="en-US" sz="2000" b="1" dirty="0"/>
              <a:t>기능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241052" y="6782904"/>
            <a:ext cx="3365500" cy="67818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5. </a:t>
            </a:r>
            <a:r>
              <a:rPr lang="ko-KR" altLang="en-US" sz="3000" b="1" dirty="0"/>
              <a:t>이벤트 처리 기능</a:t>
            </a:r>
          </a:p>
          <a:p>
            <a:pPr algn="ctr"/>
            <a:endParaRPr lang="en-US" altLang="ko-KR" sz="2000" b="1" dirty="0"/>
          </a:p>
          <a:p>
            <a:pPr algn="ctr"/>
            <a:r>
              <a:rPr lang="en-US" altLang="ko-KR" sz="2000" b="1" dirty="0"/>
              <a:t>1. </a:t>
            </a:r>
            <a:r>
              <a:rPr lang="ko-KR" altLang="en-US" sz="2000" b="1" dirty="0"/>
              <a:t>버튼 클릭 이벤트</a:t>
            </a:r>
            <a:r>
              <a:rPr lang="en-US" altLang="ko-KR" sz="2000" b="1" dirty="0"/>
              <a:t>(ActionListener)</a:t>
            </a:r>
          </a:p>
          <a:p>
            <a:pPr algn="ctr"/>
            <a:r>
              <a:rPr lang="en-US" altLang="ko-KR" sz="2000" b="1" dirty="0"/>
              <a:t>2. DB </a:t>
            </a:r>
            <a:r>
              <a:rPr lang="ko-KR" altLang="en-US" sz="2000" b="1" dirty="0"/>
              <a:t>조회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추가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삭제 동작 수행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FE48906C-C882-06A6-437C-F7205CB02B9B}"/>
              </a:ext>
            </a:extLst>
          </p:cNvPr>
          <p:cNvSpPr txBox="1"/>
          <p:nvPr/>
        </p:nvSpPr>
        <p:spPr>
          <a:xfrm>
            <a:off x="1828800" y="6731000"/>
            <a:ext cx="3365500" cy="62611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1. </a:t>
            </a:r>
            <a:r>
              <a:rPr lang="ko-KR" altLang="en-US" sz="3000" b="1" dirty="0"/>
              <a:t>기본 </a:t>
            </a:r>
            <a:r>
              <a:rPr lang="en-US" altLang="ko-KR" sz="3000" b="1" dirty="0"/>
              <a:t>UI </a:t>
            </a:r>
            <a:r>
              <a:rPr lang="ko-KR" altLang="en-US" sz="3000" b="1" dirty="0"/>
              <a:t>화면 </a:t>
            </a:r>
            <a:r>
              <a:rPr lang="en-US" altLang="ko-KR" sz="3000" b="1" dirty="0"/>
              <a:t>(Swing </a:t>
            </a:r>
            <a:r>
              <a:rPr lang="ko-KR" altLang="en-US" sz="3000" b="1" dirty="0"/>
              <a:t>기반</a:t>
            </a:r>
            <a:r>
              <a:rPr lang="en-US" altLang="ko-KR" sz="3000" b="1" dirty="0"/>
              <a:t>)</a:t>
            </a:r>
            <a:br>
              <a:rPr lang="en-US" altLang="ko-KR" sz="3000" b="1" dirty="0"/>
            </a:br>
            <a:endParaRPr lang="en-US" altLang="ko-KR" sz="3000" b="1" dirty="0"/>
          </a:p>
          <a:p>
            <a:pPr algn="ctr"/>
            <a:r>
              <a:rPr lang="en-US" altLang="ko-KR" sz="2000" b="1" dirty="0"/>
              <a:t>1. JFrame</a:t>
            </a:r>
            <a:r>
              <a:rPr lang="ko-KR" altLang="en-US" sz="2000" b="1" dirty="0"/>
              <a:t> 사용</a:t>
            </a:r>
          </a:p>
          <a:p>
            <a:pPr algn="ctr"/>
            <a:r>
              <a:rPr lang="en-US" altLang="ko-KR" sz="2000" b="1" dirty="0"/>
              <a:t>2. </a:t>
            </a:r>
            <a:r>
              <a:rPr lang="en-US" altLang="ko-KR" sz="2000" b="1" dirty="0" err="1"/>
              <a:t>JPanel</a:t>
            </a:r>
            <a:r>
              <a:rPr lang="en-US" altLang="ko-KR" sz="2000" b="1" dirty="0"/>
              <a:t>, </a:t>
            </a:r>
            <a:r>
              <a:rPr lang="en-US" altLang="ko-KR" sz="2000" b="1" dirty="0" err="1"/>
              <a:t>JTable</a:t>
            </a:r>
            <a:r>
              <a:rPr lang="en-US" altLang="ko-KR" sz="2000" b="1" dirty="0"/>
              <a:t>, </a:t>
            </a:r>
            <a:r>
              <a:rPr lang="en-US" altLang="ko-KR" sz="2000" b="1" dirty="0" err="1"/>
              <a:t>JScrollPane</a:t>
            </a:r>
            <a:r>
              <a:rPr lang="ko-KR" altLang="en-US" sz="2000" b="1" dirty="0"/>
              <a:t> 구성</a:t>
            </a:r>
          </a:p>
          <a:p>
            <a:pPr algn="ctr"/>
            <a:r>
              <a:rPr lang="en-US" altLang="ko-KR" sz="2000" b="1" dirty="0"/>
              <a:t>3. </a:t>
            </a:r>
            <a:r>
              <a:rPr lang="ko-KR" altLang="en-US" sz="2000" b="1" dirty="0"/>
              <a:t>버튼 클릭으로 기능 수행</a:t>
            </a:r>
          </a:p>
          <a:p>
            <a:pPr algn="ctr"/>
            <a:r>
              <a:rPr lang="ko-KR" altLang="en-US" sz="2000" b="1" dirty="0"/>
              <a:t>상품 목록을 테이블 형태로 표시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14F54A4F-D965-9602-E5AD-DCF15617A795}"/>
              </a:ext>
            </a:extLst>
          </p:cNvPr>
          <p:cNvSpPr txBox="1"/>
          <p:nvPr/>
        </p:nvSpPr>
        <p:spPr>
          <a:xfrm>
            <a:off x="6156187" y="6731000"/>
            <a:ext cx="3365500" cy="62611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2. </a:t>
            </a:r>
            <a:r>
              <a:rPr lang="ko-KR" altLang="en-US" sz="3000" b="1" dirty="0"/>
              <a:t>데이터베이스 </a:t>
            </a:r>
            <a:r>
              <a:rPr lang="en-US" altLang="ko-KR" sz="3000" b="1" dirty="0"/>
              <a:t>(MySQL) </a:t>
            </a:r>
            <a:r>
              <a:rPr lang="ko-KR" altLang="en-US" sz="3000" b="1" dirty="0"/>
              <a:t>연동</a:t>
            </a:r>
            <a:endParaRPr lang="en-US" altLang="ko-KR" sz="3000" b="1" dirty="0"/>
          </a:p>
          <a:p>
            <a:pPr algn="ctr"/>
            <a:endParaRPr lang="ko-KR" altLang="en-US" sz="3000" b="1" dirty="0"/>
          </a:p>
          <a:p>
            <a:pPr algn="ctr"/>
            <a:r>
              <a:rPr lang="en-US" altLang="ko-KR" sz="2000" b="1" dirty="0"/>
              <a:t>1. JDBC </a:t>
            </a:r>
            <a:r>
              <a:rPr lang="ko-KR" altLang="en-US" sz="2000" b="1" dirty="0"/>
              <a:t>사용 </a:t>
            </a:r>
            <a:r>
              <a:rPr lang="en-US" altLang="ko-KR" sz="2000" b="1" dirty="0"/>
              <a:t>MySQL </a:t>
            </a:r>
            <a:r>
              <a:rPr lang="ko-KR" altLang="en-US" sz="2000" b="1" dirty="0"/>
              <a:t>연동 </a:t>
            </a:r>
            <a:r>
              <a:rPr lang="en-US" altLang="ko-KR" sz="2000" b="1" dirty="0"/>
              <a:t>2.</a:t>
            </a:r>
            <a:r>
              <a:rPr lang="ko-KR" altLang="en-US" sz="2000" b="1" dirty="0"/>
              <a:t>상품 데이터 조회 기능</a:t>
            </a:r>
          </a:p>
          <a:p>
            <a:pPr algn="ctr"/>
            <a:r>
              <a:rPr lang="en-US" altLang="ko-KR" sz="2000" b="1" dirty="0"/>
              <a:t>3. SQL </a:t>
            </a:r>
            <a:r>
              <a:rPr lang="ko-KR" altLang="en-US" sz="2000" b="1" dirty="0"/>
              <a:t>실행을 통한 </a:t>
            </a:r>
            <a:r>
              <a:rPr lang="en-US" altLang="ko-KR" sz="2000" b="1" dirty="0"/>
              <a:t>CRUD </a:t>
            </a:r>
            <a:r>
              <a:rPr lang="ko-KR" altLang="en-US" sz="2000" b="1" dirty="0"/>
              <a:t>일부 구현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E68458DA-6D20-EE88-1B9A-9836876F7F91}"/>
              </a:ext>
            </a:extLst>
          </p:cNvPr>
          <p:cNvSpPr txBox="1"/>
          <p:nvPr/>
        </p:nvSpPr>
        <p:spPr>
          <a:xfrm>
            <a:off x="10483574" y="6718300"/>
            <a:ext cx="3365500" cy="62611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3. </a:t>
            </a:r>
            <a:r>
              <a:rPr lang="ko-KR" altLang="en-US" sz="3000" b="1" dirty="0"/>
              <a:t>상품 관리 기능</a:t>
            </a:r>
            <a:endParaRPr lang="en-US" altLang="ko-KR" sz="3000" b="1" dirty="0"/>
          </a:p>
          <a:p>
            <a:pPr algn="ctr"/>
            <a:endParaRPr lang="en-US" altLang="ko-KR" sz="2000" b="1" dirty="0"/>
          </a:p>
          <a:p>
            <a:pPr algn="ctr"/>
            <a:endParaRPr lang="en-US" altLang="ko-KR" sz="2000" b="1" dirty="0"/>
          </a:p>
          <a:p>
            <a:pPr algn="ctr"/>
            <a:endParaRPr lang="ko-KR" altLang="en-US" sz="2000" b="1" dirty="0"/>
          </a:p>
          <a:p>
            <a:pPr algn="ctr"/>
            <a:r>
              <a:rPr lang="en-US" altLang="ko-KR" sz="2000" b="1" dirty="0"/>
              <a:t>1. </a:t>
            </a:r>
            <a:r>
              <a:rPr lang="ko-KR" altLang="en-US" sz="2000" b="1" dirty="0"/>
              <a:t>상품 추가 </a:t>
            </a:r>
            <a:r>
              <a:rPr lang="en-US" altLang="ko-KR" sz="2000" b="1" dirty="0"/>
              <a:t>(Insert SQL)</a:t>
            </a:r>
          </a:p>
          <a:p>
            <a:pPr algn="ctr"/>
            <a:r>
              <a:rPr lang="en-US" altLang="ko-KR" sz="2000" b="1" dirty="0"/>
              <a:t>2. </a:t>
            </a:r>
            <a:r>
              <a:rPr lang="ko-KR" altLang="en-US" sz="2000" b="1" dirty="0"/>
              <a:t>상품 삭제 </a:t>
            </a:r>
            <a:r>
              <a:rPr lang="en-US" altLang="ko-KR" sz="2000" b="1" dirty="0"/>
              <a:t>(Delete SQL)</a:t>
            </a:r>
          </a:p>
          <a:p>
            <a:pPr algn="ctr"/>
            <a:r>
              <a:rPr lang="en-US" altLang="ko-KR" sz="2000" b="1" dirty="0"/>
              <a:t>3. </a:t>
            </a:r>
            <a:r>
              <a:rPr lang="ko-KR" altLang="en-US" sz="2000" b="1" dirty="0"/>
              <a:t>상품 조회 </a:t>
            </a:r>
            <a:r>
              <a:rPr lang="en-US" altLang="ko-KR" sz="2000" b="1" dirty="0"/>
              <a:t>(Select SQL)</a:t>
            </a:r>
          </a:p>
          <a:p>
            <a:pPr algn="ctr"/>
            <a:r>
              <a:rPr lang="en-US" altLang="ko-KR" sz="2000" b="1" dirty="0"/>
              <a:t>4. </a:t>
            </a:r>
            <a:r>
              <a:rPr lang="en-US" altLang="ko-KR" sz="2000" b="1" dirty="0" err="1"/>
              <a:t>JTable</a:t>
            </a:r>
            <a:r>
              <a:rPr lang="ko-KR" altLang="en-US" sz="2000" b="1" dirty="0"/>
              <a:t>에 상품 목록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0" y="5016500"/>
            <a:ext cx="167132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7500" y="3517900"/>
            <a:ext cx="2984500" cy="298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0" y="3517900"/>
            <a:ext cx="29845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5400" y="4064000"/>
            <a:ext cx="1905000" cy="190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3400" y="3517900"/>
            <a:ext cx="2984500" cy="298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1400" y="4051300"/>
            <a:ext cx="1905000" cy="190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36800" y="3517900"/>
            <a:ext cx="2984500" cy="298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09900" y="4191000"/>
            <a:ext cx="1638300" cy="163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15200" y="4165600"/>
            <a:ext cx="1701800" cy="1701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3517900"/>
            <a:ext cx="2984500" cy="298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99300" y="4495800"/>
            <a:ext cx="1524000" cy="1041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실행</a:t>
            </a:r>
            <a:r>
              <a:rPr lang="en-US" sz="6000" b="0" i="0" u="none" strike="noStrike" spc="-600" dirty="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흐름</a:t>
            </a:r>
            <a:r>
              <a:rPr lang="en-US" sz="6000" b="0" i="0" u="none" strike="noStrike" spc="-600" dirty="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요약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62150" y="7213601"/>
            <a:ext cx="3365500" cy="2254250"/>
          </a:xfrm>
          <a:prstGeom prst="rect">
            <a:avLst/>
          </a:prstGeom>
        </p:spPr>
        <p:txBody>
          <a:bodyPr rtlCol="0" anchor="b"/>
          <a:lstStyle/>
          <a:p>
            <a:pPr marL="514350" indent="-514350" algn="ctr">
              <a:buAutoNum type="arabicPeriod"/>
            </a:pPr>
            <a:r>
              <a:rPr lang="ko-KR" altLang="en-US" sz="3000" b="1" dirty="0"/>
              <a:t>프로그램 초기 구동</a:t>
            </a:r>
            <a:endParaRPr lang="en-US" altLang="ko-KR" sz="3000" b="1" dirty="0"/>
          </a:p>
          <a:p>
            <a:pPr marL="514350" indent="-514350" algn="ctr">
              <a:buAutoNum type="arabicPeriod"/>
            </a:pPr>
            <a:endParaRPr lang="ko-KR" altLang="en-US" sz="3000" b="1" dirty="0"/>
          </a:p>
          <a:p>
            <a:pPr algn="ctr"/>
            <a:r>
              <a:rPr lang="ko-KR" altLang="en-US" sz="2000" dirty="0"/>
              <a:t>애플리케이션 실행과 동시에 기본 설정 로드</a:t>
            </a:r>
          </a:p>
          <a:p>
            <a:pPr algn="ctr"/>
            <a:r>
              <a:rPr lang="en-US" altLang="ko-KR" sz="2000" dirty="0"/>
              <a:t>MySQL </a:t>
            </a:r>
            <a:r>
              <a:rPr lang="ko-KR" altLang="en-US" sz="2000" dirty="0"/>
              <a:t>연결을 위한 환경 구성 완료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41500" y="8204200"/>
            <a:ext cx="3365500" cy="41783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endParaRPr lang="ko-KR" sz="2000" b="0" i="0" u="none" strike="noStrike" spc="-204" dirty="0">
              <a:solidFill>
                <a:srgbClr val="000000"/>
              </a:solidFill>
              <a:ea typeface="S-Core Dream 4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72200" y="6832600"/>
            <a:ext cx="3365500" cy="52197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2. </a:t>
            </a:r>
            <a:r>
              <a:rPr lang="ko-KR" altLang="en-US" sz="3000" b="1" dirty="0"/>
              <a:t>메인 화면 구성</a:t>
            </a:r>
            <a:endParaRPr lang="en-US" altLang="ko-KR" sz="3000" b="1" dirty="0"/>
          </a:p>
          <a:p>
            <a:pPr algn="ctr"/>
            <a:endParaRPr lang="en-US" altLang="ko-KR" sz="2000" b="1" dirty="0"/>
          </a:p>
          <a:p>
            <a:pPr algn="ctr"/>
            <a:endParaRPr lang="en-US" altLang="ko-KR" sz="2000" b="1" dirty="0"/>
          </a:p>
          <a:p>
            <a:pPr algn="ctr"/>
            <a:endParaRPr lang="ko-KR" altLang="en-US" sz="2000" b="1" dirty="0"/>
          </a:p>
          <a:p>
            <a:pPr algn="ctr"/>
            <a:r>
              <a:rPr lang="ko-KR" altLang="en-US" sz="2000" dirty="0"/>
              <a:t>상품 목록</a:t>
            </a:r>
            <a:r>
              <a:rPr lang="en-US" altLang="ko-KR" sz="2000" dirty="0"/>
              <a:t>, </a:t>
            </a:r>
            <a:r>
              <a:rPr lang="ko-KR" altLang="en-US" sz="2000" dirty="0"/>
              <a:t>버튼</a:t>
            </a:r>
            <a:r>
              <a:rPr lang="en-US" altLang="ko-KR" sz="2000" dirty="0"/>
              <a:t>, </a:t>
            </a:r>
            <a:r>
              <a:rPr lang="ko-KR" altLang="en-US" sz="2000" dirty="0"/>
              <a:t>테이블 등이 포함된 </a:t>
            </a:r>
            <a:r>
              <a:rPr lang="en-US" altLang="ko-KR" sz="2000" dirty="0"/>
              <a:t>UI </a:t>
            </a:r>
            <a:r>
              <a:rPr lang="ko-KR" altLang="en-US" sz="2000" dirty="0"/>
              <a:t>초기화</a:t>
            </a:r>
          </a:p>
          <a:p>
            <a:pPr algn="ctr"/>
            <a:r>
              <a:rPr lang="ko-KR" altLang="en-US" sz="2000" dirty="0"/>
              <a:t>사용자 작업을 위한 기본 구조 준비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02900" y="6852754"/>
            <a:ext cx="3365500" cy="57404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3. </a:t>
            </a:r>
            <a:r>
              <a:rPr lang="ko-KR" altLang="en-US" sz="3000" b="1" dirty="0"/>
              <a:t>상품 데이터 조회</a:t>
            </a:r>
          </a:p>
          <a:p>
            <a:pPr algn="ctr"/>
            <a:endParaRPr lang="en-US" altLang="ko-KR" sz="2000" dirty="0"/>
          </a:p>
          <a:p>
            <a:pPr algn="ctr"/>
            <a:r>
              <a:rPr lang="ko-KR" altLang="en-US" sz="2000" dirty="0"/>
              <a:t>시작 시 또는 조회 요청 시 </a:t>
            </a:r>
            <a:r>
              <a:rPr lang="en-US" altLang="ko-KR" sz="2000" dirty="0"/>
              <a:t>DB</a:t>
            </a:r>
            <a:r>
              <a:rPr lang="ko-KR" altLang="en-US" sz="2000" dirty="0"/>
              <a:t>에서 상품 정보 불러오기</a:t>
            </a:r>
          </a:p>
          <a:p>
            <a:pPr algn="ctr"/>
            <a:r>
              <a:rPr lang="ko-KR" altLang="en-US" sz="2000" dirty="0"/>
              <a:t>불러온 데이터를 테이블 형태로 화면에 표시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862313" y="6934200"/>
            <a:ext cx="3365500" cy="52197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4. </a:t>
            </a:r>
            <a:r>
              <a:rPr lang="ko-KR" altLang="en-US" sz="3000" b="1" dirty="0"/>
              <a:t>사용자 처리 기능 수행</a:t>
            </a:r>
          </a:p>
          <a:p>
            <a:pPr algn="ctr"/>
            <a:endParaRPr lang="en-US" altLang="ko-KR" sz="2000" dirty="0"/>
          </a:p>
          <a:p>
            <a:pPr algn="ctr"/>
            <a:r>
              <a:rPr lang="ko-KR" altLang="en-US" sz="2000" dirty="0"/>
              <a:t>상품 추가</a:t>
            </a:r>
            <a:r>
              <a:rPr lang="en-US" altLang="ko-KR" sz="2000" dirty="0"/>
              <a:t>/</a:t>
            </a:r>
            <a:r>
              <a:rPr lang="ko-KR" altLang="en-US" sz="2000" dirty="0"/>
              <a:t>삭제 등 사용자 입력에 따라 </a:t>
            </a:r>
            <a:r>
              <a:rPr lang="en-US" altLang="ko-KR" sz="2000" dirty="0"/>
              <a:t>DB </a:t>
            </a:r>
            <a:r>
              <a:rPr lang="ko-KR" altLang="en-US" sz="2000" dirty="0"/>
              <a:t>조작 실행</a:t>
            </a:r>
          </a:p>
          <a:p>
            <a:pPr algn="ctr"/>
            <a:r>
              <a:rPr lang="ko-KR" altLang="en-US" sz="2000" dirty="0"/>
              <a:t>해당 작업 완료 후 결과 반영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188596" y="6934200"/>
            <a:ext cx="3365500" cy="3644900"/>
          </a:xfrm>
          <a:prstGeom prst="rect">
            <a:avLst/>
          </a:prstGeom>
        </p:spPr>
        <p:txBody>
          <a:bodyPr rtlCol="0" anchor="t"/>
          <a:lstStyle/>
          <a:p>
            <a:r>
              <a:rPr lang="en-US" altLang="ko-KR" sz="3000" b="1" dirty="0"/>
              <a:t>5. </a:t>
            </a:r>
            <a:r>
              <a:rPr lang="ko-KR" altLang="en-US" sz="3000" b="1" dirty="0"/>
              <a:t>화면 갱신 및 상태 유지</a:t>
            </a:r>
          </a:p>
          <a:p>
            <a:endParaRPr lang="en-US" altLang="ko-KR" sz="2000" dirty="0"/>
          </a:p>
          <a:p>
            <a:r>
              <a:rPr lang="ko-KR" altLang="en-US" sz="2000" dirty="0"/>
              <a:t>최신 상품 정보를 다시 불러와 화면 업데이트</a:t>
            </a:r>
          </a:p>
          <a:p>
            <a:r>
              <a:rPr lang="ko-KR" altLang="en-US" sz="2000" dirty="0"/>
              <a:t>프로그램은 이후 사용자 입력을 계속 대기 및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sz="6000" b="0" i="0" u="none" strike="noStrike" spc="-600">
                <a:solidFill>
                  <a:srgbClr val="000000"/>
                </a:solidFill>
                <a:ea typeface="S-Core Dream 6 Bold"/>
              </a:rPr>
              <a:t>장점</a:t>
            </a:r>
            <a:r>
              <a:rPr lang="en-US" sz="6000" b="0" i="0" u="none" strike="noStrike" spc="-60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>
                <a:solidFill>
                  <a:srgbClr val="000000"/>
                </a:solidFill>
                <a:ea typeface="S-Core Dream 6 Bold"/>
              </a:rPr>
              <a:t>및</a:t>
            </a:r>
            <a:r>
              <a:rPr lang="en-US" sz="6000" b="0" i="0" u="none" strike="noStrike" spc="-60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>
                <a:solidFill>
                  <a:srgbClr val="000000"/>
                </a:solidFill>
                <a:ea typeface="S-Core Dream 6 Bold"/>
              </a:rPr>
              <a:t>개선점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53000" y="3309178"/>
            <a:ext cx="5969000" cy="4102100"/>
          </a:xfrm>
          <a:prstGeom prst="rect">
            <a:avLst/>
          </a:prstGeom>
        </p:spPr>
        <p:txBody>
          <a:bodyPr rtlCol="0" anchor="t"/>
          <a:lstStyle/>
          <a:p>
            <a:pPr marL="514350" indent="-514350" algn="ctr">
              <a:buAutoNum type="arabicPeriod"/>
            </a:pPr>
            <a:r>
              <a:rPr lang="ko-KR" altLang="en-US" sz="3000" b="1" dirty="0"/>
              <a:t>간단하고 직관적인 구조</a:t>
            </a:r>
          </a:p>
          <a:p>
            <a:pPr algn="ctr"/>
            <a:r>
              <a:rPr lang="ko-KR" altLang="en-US" sz="2000" dirty="0"/>
              <a:t>한 파일 안에서 </a:t>
            </a:r>
            <a:r>
              <a:rPr lang="en-US" altLang="ko-KR" sz="2000" dirty="0"/>
              <a:t>UI·DB·</a:t>
            </a:r>
            <a:r>
              <a:rPr lang="ko-KR" altLang="en-US" sz="2000" dirty="0"/>
              <a:t>로직이 동작하여 흐름을 이해하기 쉬움</a:t>
            </a:r>
          </a:p>
          <a:p>
            <a:pPr algn="ctr"/>
            <a:r>
              <a:rPr lang="en-US" altLang="ko-KR" sz="2000" dirty="0"/>
              <a:t>Java Swing</a:t>
            </a:r>
            <a:r>
              <a:rPr lang="ko-KR" altLang="en-US" sz="2000" dirty="0"/>
              <a:t>을 처음 접하는 학습자도 구조 파악이 쉬움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en-US" altLang="ko-KR" sz="3000" b="1" dirty="0"/>
              <a:t>2. </a:t>
            </a:r>
            <a:r>
              <a:rPr lang="ko-KR" altLang="en-US" sz="3000" b="1" dirty="0"/>
              <a:t>기본적인 </a:t>
            </a:r>
            <a:r>
              <a:rPr lang="en-US" altLang="ko-KR" sz="3000" b="1" dirty="0"/>
              <a:t>CRUD </a:t>
            </a:r>
            <a:r>
              <a:rPr lang="ko-KR" altLang="en-US" sz="3000" b="1" dirty="0"/>
              <a:t>기능 구현</a:t>
            </a:r>
          </a:p>
          <a:p>
            <a:pPr algn="ctr"/>
            <a:r>
              <a:rPr lang="en-US" altLang="ko-KR" sz="2000" dirty="0"/>
              <a:t>MySQL </a:t>
            </a:r>
            <a:r>
              <a:rPr lang="ko-KR" altLang="en-US" sz="2000" dirty="0"/>
              <a:t>연동을 통한 조회</a:t>
            </a:r>
            <a:r>
              <a:rPr lang="en-US" altLang="ko-KR" sz="2000" dirty="0"/>
              <a:t>·</a:t>
            </a:r>
            <a:r>
              <a:rPr lang="ko-KR" altLang="en-US" sz="2000" dirty="0"/>
              <a:t>추가</a:t>
            </a:r>
            <a:r>
              <a:rPr lang="en-US" altLang="ko-KR" sz="2000" dirty="0"/>
              <a:t>·</a:t>
            </a:r>
            <a:r>
              <a:rPr lang="ko-KR" altLang="en-US" sz="2000" dirty="0"/>
              <a:t>삭제 기능이 명확히 동작함</a:t>
            </a:r>
          </a:p>
          <a:p>
            <a:pPr algn="ctr"/>
            <a:r>
              <a:rPr lang="ko-KR" altLang="en-US" sz="2000" dirty="0"/>
              <a:t>테이블</a:t>
            </a:r>
            <a:r>
              <a:rPr lang="en-US" altLang="ko-KR" sz="2000" dirty="0"/>
              <a:t>(</a:t>
            </a:r>
            <a:r>
              <a:rPr lang="en-US" altLang="ko-KR" sz="2000" dirty="0" err="1"/>
              <a:t>JTable</a:t>
            </a:r>
            <a:r>
              <a:rPr lang="en-US" altLang="ko-KR" sz="2000" dirty="0"/>
              <a:t>)</a:t>
            </a:r>
            <a:r>
              <a:rPr lang="ko-KR" altLang="en-US" sz="2000" dirty="0"/>
              <a:t>을 활용해 상품 데이터를 즉시 확인할 수 있음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en-US" altLang="ko-KR" sz="3000" b="1" dirty="0"/>
              <a:t>3. JDBC </a:t>
            </a:r>
            <a:r>
              <a:rPr lang="ko-KR" altLang="en-US" sz="3000" b="1" dirty="0"/>
              <a:t>기본 활용 능력</a:t>
            </a:r>
          </a:p>
          <a:p>
            <a:pPr algn="ctr"/>
            <a:r>
              <a:rPr lang="en-US" altLang="ko-KR" dirty="0"/>
              <a:t>Connection</a:t>
            </a:r>
            <a:r>
              <a:rPr lang="en-US" altLang="ko-KR" sz="2000" dirty="0"/>
              <a:t>, </a:t>
            </a:r>
            <a:r>
              <a:rPr lang="en-US" altLang="ko-KR" dirty="0" err="1"/>
              <a:t>PreparedStatement</a:t>
            </a:r>
            <a:r>
              <a:rPr lang="en-US" altLang="ko-KR" sz="2000" dirty="0"/>
              <a:t>, </a:t>
            </a:r>
            <a:r>
              <a:rPr lang="en-US" altLang="ko-KR" dirty="0" err="1"/>
              <a:t>ResultSet</a:t>
            </a:r>
            <a:r>
              <a:rPr lang="ko-KR" altLang="en-US" sz="2000" dirty="0"/>
              <a:t>을 활용한 기본적인 </a:t>
            </a:r>
            <a:r>
              <a:rPr lang="en-US" altLang="ko-KR" sz="2000" dirty="0"/>
              <a:t>DB </a:t>
            </a:r>
            <a:r>
              <a:rPr lang="ko-KR" altLang="en-US" sz="2000" dirty="0"/>
              <a:t>연결과 </a:t>
            </a:r>
            <a:r>
              <a:rPr lang="en-US" altLang="ko-KR" sz="2000" dirty="0"/>
              <a:t>SQL </a:t>
            </a:r>
            <a:r>
              <a:rPr lang="ko-KR" altLang="en-US" sz="2000" dirty="0"/>
              <a:t>실행 구현</a:t>
            </a:r>
          </a:p>
          <a:p>
            <a:pPr algn="ctr"/>
            <a:r>
              <a:rPr lang="ko-KR" altLang="en-US" sz="2000" dirty="0"/>
              <a:t>초급 단계에서 </a:t>
            </a:r>
            <a:r>
              <a:rPr lang="en-US" altLang="ko-KR" sz="2000" dirty="0"/>
              <a:t>DB </a:t>
            </a:r>
            <a:r>
              <a:rPr lang="ko-KR" altLang="en-US" sz="2000" dirty="0"/>
              <a:t>연동을 실습하기에 적합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en-US" altLang="ko-KR" sz="3000" b="1" dirty="0"/>
              <a:t>4. UI </a:t>
            </a:r>
            <a:r>
              <a:rPr lang="ko-KR" altLang="en-US" sz="3000" b="1" dirty="0"/>
              <a:t>이벤트 처리 흐름 명확</a:t>
            </a:r>
          </a:p>
          <a:p>
            <a:pPr algn="ctr"/>
            <a:r>
              <a:rPr lang="ko-KR" altLang="en-US" sz="2000" dirty="0"/>
              <a:t>버튼 클릭 → </a:t>
            </a:r>
            <a:r>
              <a:rPr lang="en-US" altLang="ko-KR" sz="2000" dirty="0"/>
              <a:t>SQL </a:t>
            </a:r>
            <a:r>
              <a:rPr lang="ko-KR" altLang="en-US" sz="2000" dirty="0"/>
              <a:t>실행 → 테이블 갱신 과정이 단순하고 이해하기 쉬움</a:t>
            </a:r>
          </a:p>
          <a:p>
            <a:pPr algn="ctr"/>
            <a:r>
              <a:rPr lang="ko-KR" altLang="en-US" sz="2000" dirty="0"/>
              <a:t>학습용 실행 흐름 이해에 도움이 됨</a:t>
            </a:r>
            <a:endParaRPr lang="en-US" altLang="ko-KR" sz="2000" dirty="0"/>
          </a:p>
          <a:p>
            <a:pPr algn="ctr"/>
            <a:endParaRPr lang="ko-KR" altLang="en-US" sz="2000" dirty="0"/>
          </a:p>
        </p:txBody>
      </p:sp>
      <p:sp>
        <p:nvSpPr>
          <p:cNvPr id="16" name="TextBox 16"/>
          <p:cNvSpPr txBox="1"/>
          <p:nvPr/>
        </p:nvSpPr>
        <p:spPr>
          <a:xfrm>
            <a:off x="13335000" y="3312491"/>
            <a:ext cx="5969000" cy="4102100"/>
          </a:xfrm>
          <a:prstGeom prst="rect">
            <a:avLst/>
          </a:prstGeom>
        </p:spPr>
        <p:txBody>
          <a:bodyPr rtlCol="0" anchor="t"/>
          <a:lstStyle/>
          <a:p>
            <a:pPr algn="ctr"/>
            <a:r>
              <a:rPr lang="en-US" altLang="ko-KR" sz="3000" b="1" dirty="0"/>
              <a:t>1. </a:t>
            </a:r>
            <a:r>
              <a:rPr lang="ko-KR" altLang="en-US" sz="3000" b="1" dirty="0"/>
              <a:t>단일 클래스 구조로 인한 유지보수 어려움</a:t>
            </a:r>
          </a:p>
          <a:p>
            <a:pPr algn="ctr"/>
            <a:r>
              <a:rPr lang="en-US" altLang="ko-KR" sz="2000" dirty="0"/>
              <a:t>UI, </a:t>
            </a:r>
            <a:r>
              <a:rPr lang="ko-KR" altLang="en-US" sz="2000" dirty="0"/>
              <a:t>로직</a:t>
            </a:r>
            <a:r>
              <a:rPr lang="en-US" altLang="ko-KR" sz="2000" dirty="0"/>
              <a:t>, DB </a:t>
            </a:r>
            <a:r>
              <a:rPr lang="ko-KR" altLang="en-US" sz="2000" dirty="0"/>
              <a:t>코드가 모두 섞여 있어 기능 확장과 유지 관리가 어려움</a:t>
            </a:r>
          </a:p>
          <a:p>
            <a:pPr algn="ctr"/>
            <a:r>
              <a:rPr lang="en-US" altLang="ko-KR" sz="2000" dirty="0"/>
              <a:t>MVC </a:t>
            </a:r>
            <a:r>
              <a:rPr lang="ko-KR" altLang="en-US" sz="2000" dirty="0"/>
              <a:t>또는 패키지 분리 필요</a:t>
            </a:r>
            <a:endParaRPr lang="en-US" altLang="ko-KR" sz="2000" dirty="0"/>
          </a:p>
          <a:p>
            <a:pPr algn="ctr"/>
            <a:endParaRPr lang="ko-KR" altLang="en-US" sz="2000" dirty="0"/>
          </a:p>
          <a:p>
            <a:pPr algn="ctr"/>
            <a:r>
              <a:rPr lang="en-US" altLang="ko-KR" sz="3000" b="1" dirty="0"/>
              <a:t>2. UI </a:t>
            </a:r>
            <a:r>
              <a:rPr lang="ko-KR" altLang="en-US" sz="3000" b="1" dirty="0"/>
              <a:t>및 사용자 경험 개선 필요</a:t>
            </a:r>
          </a:p>
          <a:p>
            <a:pPr algn="ctr"/>
            <a:r>
              <a:rPr lang="ko-KR" altLang="en-US" sz="2000" dirty="0"/>
              <a:t>화면 구성 요소가 최소한의 형태이며 사용자 친화적 기능 부족</a:t>
            </a:r>
          </a:p>
          <a:p>
            <a:pPr algn="ctr"/>
            <a:r>
              <a:rPr lang="ko-KR" altLang="en-US" sz="2000" dirty="0" err="1"/>
              <a:t>입력폼</a:t>
            </a:r>
            <a:r>
              <a:rPr lang="en-US" altLang="ko-KR" sz="2000" dirty="0"/>
              <a:t>, </a:t>
            </a:r>
            <a:r>
              <a:rPr lang="ko-KR" altLang="en-US" sz="2000" dirty="0"/>
              <a:t>팝업</a:t>
            </a:r>
            <a:r>
              <a:rPr lang="en-US" altLang="ko-KR" sz="2000" dirty="0"/>
              <a:t>, </a:t>
            </a:r>
            <a:r>
              <a:rPr lang="ko-KR" altLang="en-US" sz="2000" dirty="0"/>
              <a:t>경고 메시지 등이 부족함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0" y="3530600"/>
            <a:ext cx="19392900" cy="8153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sz="6000" b="0" i="0" u="none" strike="noStrike" spc="-600">
                <a:solidFill>
                  <a:srgbClr val="000000"/>
                </a:solidFill>
                <a:ea typeface="S-Core Dream 6 Bold"/>
              </a:rPr>
              <a:t>프로젝트</a:t>
            </a:r>
            <a:r>
              <a:rPr lang="en-US" sz="6000" b="0" i="0" u="none" strike="noStrike" spc="-60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>
                <a:solidFill>
                  <a:srgbClr val="000000"/>
                </a:solidFill>
                <a:ea typeface="S-Core Dream 6 Bold"/>
              </a:rPr>
              <a:t>자체</a:t>
            </a:r>
            <a:r>
              <a:rPr lang="en-US" sz="6000" b="0" i="0" u="none" strike="noStrike" spc="-60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>
                <a:solidFill>
                  <a:srgbClr val="000000"/>
                </a:solidFill>
                <a:ea typeface="S-Core Dream 6 Bold"/>
              </a:rPr>
              <a:t>평가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87800" y="4279900"/>
            <a:ext cx="16459200" cy="802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본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자바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기반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편의점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POS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프로그램은</a:t>
            </a:r>
            <a:br>
              <a:rPr lang="en-US" altLang="ko-KR" sz="4000" spc="-240" dirty="0">
                <a:solidFill>
                  <a:srgbClr val="000000"/>
                </a:solidFill>
                <a:latin typeface="S-Core Dream 5 Medium"/>
                <a:ea typeface="S-Core Dream 5 Medium"/>
              </a:rPr>
            </a:b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기본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요구사항을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충실히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구현하여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en-US" sz="4000" spc="-240" dirty="0">
                <a:solidFill>
                  <a:srgbClr val="000000"/>
                </a:solidFill>
                <a:latin typeface="S-Core Dream 5 Medium"/>
              </a:rPr>
              <a:t>8</a:t>
            </a: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점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의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자체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평가를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부여합니다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.</a:t>
            </a:r>
          </a:p>
          <a:p>
            <a:pPr lvl="0" algn="ctr">
              <a:lnSpc>
                <a:spcPct val="132800"/>
              </a:lnSpc>
            </a:pPr>
            <a:endParaRPr lang="en-US" sz="4000" b="0" i="0" u="none" strike="noStrike" spc="-240" dirty="0">
              <a:solidFill>
                <a:srgbClr val="000000"/>
              </a:solidFill>
              <a:latin typeface="S-Core Dream 5 Medium"/>
            </a:endParaRPr>
          </a:p>
          <a:p>
            <a:pPr lvl="0" algn="ctr">
              <a:lnSpc>
                <a:spcPct val="132800"/>
              </a:lnSpc>
            </a:pP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-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객체지향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설계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원칙을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충실히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적용하여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코드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재사용성과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확장성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확보</a:t>
            </a:r>
          </a:p>
          <a:p>
            <a:pPr lvl="0" algn="ctr">
              <a:lnSpc>
                <a:spcPct val="132800"/>
              </a:lnSpc>
            </a:pP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-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실제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편의점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운영에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필요한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핵심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기능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모두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구현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완료</a:t>
            </a:r>
          </a:p>
          <a:p>
            <a:pPr lvl="0" algn="ctr">
              <a:lnSpc>
                <a:spcPct val="132800"/>
              </a:lnSpc>
            </a:pP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개선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필요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사항으로는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UI/UX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디자인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세련도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, </a:t>
            </a:r>
            <a:r>
              <a:rPr lang="ko-KR" alt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코드 최적화 및 기능 추가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가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있습니다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.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향후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버전에서는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이러한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부분들을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중점적으로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개선할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계획입니다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638</Words>
  <Application>Microsoft Office PowerPoint</Application>
  <PresentationFormat>사용자 지정</PresentationFormat>
  <Paragraphs>119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S-Core Dream 4 Regular</vt:lpstr>
      <vt:lpstr>S-Core Dream 5 Medium</vt:lpstr>
      <vt:lpstr>S-Core Dream 6 Bold</vt:lpstr>
      <vt:lpstr>S-Core Dream 7 ExtraBold</vt:lpstr>
      <vt:lpstr>S-Core Dream 8 Heavy</vt:lpstr>
      <vt:lpstr>S-Core Dream 9 Black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bora yeon</dc:creator>
  <cp:lastModifiedBy>bora yeon</cp:lastModifiedBy>
  <cp:revision>2</cp:revision>
  <dcterms:created xsi:type="dcterms:W3CDTF">2006-08-16T00:00:00Z</dcterms:created>
  <dcterms:modified xsi:type="dcterms:W3CDTF">2025-12-09T16:00:16Z</dcterms:modified>
</cp:coreProperties>
</file>