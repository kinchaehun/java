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64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AA6B87-2D61-4268-81B9-279F3C54B020}" v="26" dt="2025-12-09T16:17:09.531"/>
    <p1510:client id="{34830786-DC75-4E03-A410-7E3646025D78}" v="6" dt="2025-12-09T15:10:19.393"/>
    <p1510:client id="{3EFE16CF-6ABB-4ECC-9D42-9E6ED7C372E6}" v="58" dt="2025-12-09T15:59:05.592"/>
    <p1510:client id="{7EA4D853-9504-4B55-A32F-6DAC0EBC9466}" v="7" dt="2025-12-09T16:26:51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ra yeon" userId="8f5f7df639125dae" providerId="LiveId" clId="{7542C960-ADBA-42BE-A85D-83B13780C791}"/>
    <pc:docChg chg="undo redo custSel addSld delSld modSld sldOrd">
      <pc:chgData name="bora yeon" userId="8f5f7df639125dae" providerId="LiveId" clId="{7542C960-ADBA-42BE-A85D-83B13780C791}" dt="2025-12-09T16:31:07.718" v="1296" actId="20577"/>
      <pc:docMkLst>
        <pc:docMk/>
      </pc:docMkLst>
      <pc:sldChg chg="delSp modSp mod">
        <pc:chgData name="bora yeon" userId="8f5f7df639125dae" providerId="LiveId" clId="{7542C960-ADBA-42BE-A85D-83B13780C791}" dt="2025-12-09T16:11:21.584" v="757" actId="1076"/>
        <pc:sldMkLst>
          <pc:docMk/>
          <pc:sldMk cId="0" sldId="256"/>
        </pc:sldMkLst>
        <pc:spChg chg="mod">
          <ac:chgData name="bora yeon" userId="8f5f7df639125dae" providerId="LiveId" clId="{7542C960-ADBA-42BE-A85D-83B13780C791}" dt="2025-12-09T16:10:45.738" v="745" actId="1076"/>
          <ac:spMkLst>
            <pc:docMk/>
            <pc:sldMk cId="0" sldId="256"/>
            <ac:spMk id="4" creationId="{00000000-0000-0000-0000-000000000000}"/>
          </ac:spMkLst>
        </pc:spChg>
        <pc:spChg chg="del">
          <ac:chgData name="bora yeon" userId="8f5f7df639125dae" providerId="LiveId" clId="{7542C960-ADBA-42BE-A85D-83B13780C791}" dt="2025-12-09T16:10:43.419" v="744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bora yeon" userId="8f5f7df639125dae" providerId="LiveId" clId="{7542C960-ADBA-42BE-A85D-83B13780C791}" dt="2025-12-09T16:11:16.975" v="755" actId="1076"/>
          <ac:spMkLst>
            <pc:docMk/>
            <pc:sldMk cId="0" sldId="256"/>
            <ac:spMk id="7" creationId="{00000000-0000-0000-0000-000000000000}"/>
          </ac:spMkLst>
        </pc:spChg>
        <pc:picChg chg="mod">
          <ac:chgData name="bora yeon" userId="8f5f7df639125dae" providerId="LiveId" clId="{7542C960-ADBA-42BE-A85D-83B13780C791}" dt="2025-12-09T16:11:21.584" v="757" actId="1076"/>
          <ac:picMkLst>
            <pc:docMk/>
            <pc:sldMk cId="0" sldId="256"/>
            <ac:picMk id="6" creationId="{00000000-0000-0000-0000-000000000000}"/>
          </ac:picMkLst>
        </pc:picChg>
      </pc:sldChg>
      <pc:sldChg chg="addSp delSp modSp mod">
        <pc:chgData name="bora yeon" userId="8f5f7df639125dae" providerId="LiveId" clId="{7542C960-ADBA-42BE-A85D-83B13780C791}" dt="2025-12-09T16:16:03.101" v="844" actId="1440"/>
        <pc:sldMkLst>
          <pc:docMk/>
          <pc:sldMk cId="0" sldId="257"/>
        </pc:sldMkLst>
        <pc:spChg chg="mod">
          <ac:chgData name="bora yeon" userId="8f5f7df639125dae" providerId="LiveId" clId="{7542C960-ADBA-42BE-A85D-83B13780C791}" dt="2025-12-09T16:12:33.986" v="800" actId="1076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2:12.705" v="232" actId="478"/>
          <ac:spMkLst>
            <pc:docMk/>
            <pc:sldMk cId="0" sldId="257"/>
            <ac:spMk id="8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9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10" creationId="{00000000-0000-0000-0000-000000000000}"/>
          </ac:spMkLst>
        </pc:spChg>
        <pc:spChg chg="add mod">
          <ac:chgData name="bora yeon" userId="8f5f7df639125dae" providerId="LiveId" clId="{7542C960-ADBA-42BE-A85D-83B13780C791}" dt="2025-12-09T16:14:39.064" v="821"/>
          <ac:spMkLst>
            <pc:docMk/>
            <pc:sldMk cId="0" sldId="257"/>
            <ac:spMk id="10" creationId="{51C0FEA8-6A20-913E-3B96-89FB00167CF2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12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13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14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15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6:12:12.290" v="790" actId="478"/>
          <ac:spMkLst>
            <pc:docMk/>
            <pc:sldMk cId="0" sldId="257"/>
            <ac:spMk id="19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20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21" creationId="{00000000-0000-0000-0000-000000000000}"/>
          </ac:spMkLst>
        </pc:spChg>
        <pc:spChg chg="add del">
          <ac:chgData name="bora yeon" userId="8f5f7df639125dae" providerId="LiveId" clId="{7542C960-ADBA-42BE-A85D-83B13780C791}" dt="2025-12-09T15:22:49.803" v="241" actId="478"/>
          <ac:spMkLst>
            <pc:docMk/>
            <pc:sldMk cId="0" sldId="257"/>
            <ac:spMk id="22" creationId="{00000000-0000-0000-0000-000000000000}"/>
          </ac:spMkLst>
        </pc:spChg>
        <pc:picChg chg="add del mod">
          <ac:chgData name="bora yeon" userId="8f5f7df639125dae" providerId="LiveId" clId="{7542C960-ADBA-42BE-A85D-83B13780C791}" dt="2025-12-09T16:14:32.420" v="806" actId="1076"/>
          <ac:picMkLst>
            <pc:docMk/>
            <pc:sldMk cId="0" sldId="257"/>
            <ac:picMk id="3" creationId="{00000000-0000-0000-0000-000000000000}"/>
          </ac:picMkLst>
        </pc:picChg>
        <pc:picChg chg="add mod">
          <ac:chgData name="bora yeon" userId="8f5f7df639125dae" providerId="LiveId" clId="{7542C960-ADBA-42BE-A85D-83B13780C791}" dt="2025-12-09T16:12:40.245" v="803" actId="1440"/>
          <ac:picMkLst>
            <pc:docMk/>
            <pc:sldMk cId="0" sldId="257"/>
            <ac:picMk id="9" creationId="{89D431D5-D931-4A4A-E4AB-582D66D68DDF}"/>
          </ac:picMkLst>
        </pc:picChg>
        <pc:picChg chg="add mod">
          <ac:chgData name="bora yeon" userId="8f5f7df639125dae" providerId="LiveId" clId="{7542C960-ADBA-42BE-A85D-83B13780C791}" dt="2025-12-09T16:16:03.101" v="844" actId="1440"/>
          <ac:picMkLst>
            <pc:docMk/>
            <pc:sldMk cId="0" sldId="257"/>
            <ac:picMk id="15" creationId="{014DE971-6207-FB1B-468D-1466388CE87F}"/>
          </ac:picMkLst>
        </pc:picChg>
        <pc:picChg chg="add mod">
          <ac:chgData name="bora yeon" userId="8f5f7df639125dae" providerId="LiveId" clId="{7542C960-ADBA-42BE-A85D-83B13780C791}" dt="2025-12-09T16:16:03.101" v="844" actId="1440"/>
          <ac:picMkLst>
            <pc:docMk/>
            <pc:sldMk cId="0" sldId="257"/>
            <ac:picMk id="20" creationId="{80A202C6-2062-6834-EC2D-107EFA4A8310}"/>
          </ac:picMkLst>
        </pc:picChg>
        <pc:picChg chg="add mod">
          <ac:chgData name="bora yeon" userId="8f5f7df639125dae" providerId="LiveId" clId="{7542C960-ADBA-42BE-A85D-83B13780C791}" dt="2025-12-09T16:16:03.101" v="844" actId="1440"/>
          <ac:picMkLst>
            <pc:docMk/>
            <pc:sldMk cId="0" sldId="257"/>
            <ac:picMk id="22" creationId="{1B558B72-09AD-46C1-8071-4AA791112904}"/>
          </ac:picMkLst>
        </pc:picChg>
      </pc:sldChg>
      <pc:sldChg chg="addSp delSp modSp del mod ord">
        <pc:chgData name="bora yeon" userId="8f5f7df639125dae" providerId="LiveId" clId="{7542C960-ADBA-42BE-A85D-83B13780C791}" dt="2025-12-09T16:11:33.825" v="758" actId="47"/>
        <pc:sldMkLst>
          <pc:docMk/>
          <pc:sldMk cId="0" sldId="258"/>
        </pc:sldMkLst>
        <pc:spChg chg="mod">
          <ac:chgData name="bora yeon" userId="8f5f7df639125dae" providerId="LiveId" clId="{7542C960-ADBA-42BE-A85D-83B13780C791}" dt="2025-12-09T15:53:53.286" v="582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54:38.154" v="593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54:36.507" v="592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bora yeon" userId="8f5f7df639125dae" providerId="LiveId" clId="{7542C960-ADBA-42BE-A85D-83B13780C791}" dt="2025-12-09T15:54:01.225" v="587" actId="478"/>
          <ac:spMkLst>
            <pc:docMk/>
            <pc:sldMk cId="0" sldId="258"/>
            <ac:spMk id="20" creationId="{00000000-0000-0000-0000-000000000000}"/>
          </ac:spMkLst>
        </pc:spChg>
        <pc:picChg chg="del mod">
          <ac:chgData name="bora yeon" userId="8f5f7df639125dae" providerId="LiveId" clId="{7542C960-ADBA-42BE-A85D-83B13780C791}" dt="2025-12-09T15:54:59.290" v="606" actId="478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4:01.809" v="588" actId="478"/>
          <ac:picMkLst>
            <pc:docMk/>
            <pc:sldMk cId="0" sldId="258"/>
            <ac:picMk id="6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4:02.185" v="589" actId="478"/>
          <ac:picMkLst>
            <pc:docMk/>
            <pc:sldMk cId="0" sldId="258"/>
            <ac:picMk id="7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4:02.481" v="590" actId="478"/>
          <ac:picMkLst>
            <pc:docMk/>
            <pc:sldMk cId="0" sldId="258"/>
            <ac:picMk id="8" creationId="{00000000-0000-0000-0000-000000000000}"/>
          </ac:picMkLst>
        </pc:picChg>
        <pc:picChg chg="del mod">
          <ac:chgData name="bora yeon" userId="8f5f7df639125dae" providerId="LiveId" clId="{7542C960-ADBA-42BE-A85D-83B13780C791}" dt="2025-12-09T15:55:07.833" v="610" actId="478"/>
          <ac:picMkLst>
            <pc:docMk/>
            <pc:sldMk cId="0" sldId="258"/>
            <ac:picMk id="9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3:54.105" v="583" actId="478"/>
          <ac:picMkLst>
            <pc:docMk/>
            <pc:sldMk cId="0" sldId="258"/>
            <ac:picMk id="12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3:54.435" v="584" actId="478"/>
          <ac:picMkLst>
            <pc:docMk/>
            <pc:sldMk cId="0" sldId="258"/>
            <ac:picMk id="1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3:55.835" v="586" actId="478"/>
          <ac:picMkLst>
            <pc:docMk/>
            <pc:sldMk cId="0" sldId="258"/>
            <ac:picMk id="18" creationId="{00000000-0000-0000-0000-000000000000}"/>
          </ac:picMkLst>
        </pc:picChg>
        <pc:picChg chg="add mod">
          <ac:chgData name="bora yeon" userId="8f5f7df639125dae" providerId="LiveId" clId="{7542C960-ADBA-42BE-A85D-83B13780C791}" dt="2025-12-09T15:56:45.428" v="656" actId="1076"/>
          <ac:picMkLst>
            <pc:docMk/>
            <pc:sldMk cId="0" sldId="258"/>
            <ac:picMk id="22" creationId="{86059CF7-D884-0189-4A7C-66BE8357FC06}"/>
          </ac:picMkLst>
        </pc:picChg>
        <pc:picChg chg="add mod">
          <ac:chgData name="bora yeon" userId="8f5f7df639125dae" providerId="LiveId" clId="{7542C960-ADBA-42BE-A85D-83B13780C791}" dt="2025-12-09T15:56:46.610" v="657" actId="1076"/>
          <ac:picMkLst>
            <pc:docMk/>
            <pc:sldMk cId="0" sldId="258"/>
            <ac:picMk id="24" creationId="{EBECFB2C-7E89-8C3E-B1EA-28268C8C0EE6}"/>
          </ac:picMkLst>
        </pc:picChg>
      </pc:sldChg>
      <pc:sldChg chg="addSp delSp modSp del mod">
        <pc:chgData name="bora yeon" userId="8f5f7df639125dae" providerId="LiveId" clId="{7542C960-ADBA-42BE-A85D-83B13780C791}" dt="2025-12-09T16:11:33.825" v="758" actId="47"/>
        <pc:sldMkLst>
          <pc:docMk/>
          <pc:sldMk cId="0" sldId="259"/>
        </pc:sldMkLst>
        <pc:spChg chg="mod">
          <ac:chgData name="bora yeon" userId="8f5f7df639125dae" providerId="LiveId" clId="{7542C960-ADBA-42BE-A85D-83B13780C791}" dt="2025-12-09T15:47:33.387" v="540"/>
          <ac:spMkLst>
            <pc:docMk/>
            <pc:sldMk cId="0" sldId="259"/>
            <ac:spMk id="9" creationId="{00000000-0000-0000-0000-000000000000}"/>
          </ac:spMkLst>
        </pc:spChg>
        <pc:spChg chg="del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4:16.250" v="256" actId="47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bora yeon" userId="8f5f7df639125dae" providerId="LiveId" clId="{7542C960-ADBA-42BE-A85D-83B13780C791}" dt="2025-12-09T15:24:12.003" v="255" actId="20577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46:40.057" v="505" actId="478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4:26.970" v="260" actId="478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bora yeon" userId="8f5f7df639125dae" providerId="LiveId" clId="{7542C960-ADBA-42BE-A85D-83B13780C791}" dt="2025-12-09T15:46:19.670" v="504"/>
          <ac:spMkLst>
            <pc:docMk/>
            <pc:sldMk cId="0" sldId="259"/>
            <ac:spMk id="25" creationId="{F65C3765-D26A-22FC-8C68-27910E7D1CFB}"/>
          </ac:spMkLst>
        </pc:spChg>
        <pc:spChg chg="add mod">
          <ac:chgData name="bora yeon" userId="8f5f7df639125dae" providerId="LiveId" clId="{7542C960-ADBA-42BE-A85D-83B13780C791}" dt="2025-12-09T15:46:19.670" v="504"/>
          <ac:spMkLst>
            <pc:docMk/>
            <pc:sldMk cId="0" sldId="259"/>
            <ac:spMk id="26" creationId="{03F3F200-8DF2-FDB6-B148-484887567492}"/>
          </ac:spMkLst>
        </pc:spChg>
        <pc:spChg chg="add mod">
          <ac:chgData name="bora yeon" userId="8f5f7df639125dae" providerId="LiveId" clId="{7542C960-ADBA-42BE-A85D-83B13780C791}" dt="2025-12-09T15:46:19.670" v="504"/>
          <ac:spMkLst>
            <pc:docMk/>
            <pc:sldMk cId="0" sldId="259"/>
            <ac:spMk id="28" creationId="{963B76AC-9357-49F4-82A0-4C69205ADB69}"/>
          </ac:spMkLst>
        </pc:spChg>
        <pc:spChg chg="add mod">
          <ac:chgData name="bora yeon" userId="8f5f7df639125dae" providerId="LiveId" clId="{7542C960-ADBA-42BE-A85D-83B13780C791}" dt="2025-12-09T15:46:19.670" v="504"/>
          <ac:spMkLst>
            <pc:docMk/>
            <pc:sldMk cId="0" sldId="259"/>
            <ac:spMk id="29" creationId="{5CBEA7CD-22F2-B861-BA6C-58FDE9C96180}"/>
          </ac:spMkLst>
        </pc:spChg>
        <pc:spChg chg="add mod">
          <ac:chgData name="bora yeon" userId="8f5f7df639125dae" providerId="LiveId" clId="{7542C960-ADBA-42BE-A85D-83B13780C791}" dt="2025-12-09T15:47:50.521" v="542" actId="113"/>
          <ac:spMkLst>
            <pc:docMk/>
            <pc:sldMk cId="0" sldId="259"/>
            <ac:spMk id="33" creationId="{81A67588-917C-DD5D-EA82-D4B4DA65BB4B}"/>
          </ac:spMkLst>
        </pc:spChg>
        <pc:spChg chg="add mod">
          <ac:chgData name="bora yeon" userId="8f5f7df639125dae" providerId="LiveId" clId="{7542C960-ADBA-42BE-A85D-83B13780C791}" dt="2025-12-09T15:48:23.138" v="551" actId="20577"/>
          <ac:spMkLst>
            <pc:docMk/>
            <pc:sldMk cId="0" sldId="259"/>
            <ac:spMk id="34" creationId="{FBFBC702-D20A-D19E-7A9D-506A9E8E217D}"/>
          </ac:spMkLst>
        </pc:spChg>
        <pc:spChg chg="add mod">
          <ac:chgData name="bora yeon" userId="8f5f7df639125dae" providerId="LiveId" clId="{7542C960-ADBA-42BE-A85D-83B13780C791}" dt="2025-12-09T15:48:36.310" v="554" actId="122"/>
          <ac:spMkLst>
            <pc:docMk/>
            <pc:sldMk cId="0" sldId="259"/>
            <ac:spMk id="36" creationId="{2F9469B0-16C7-06C4-1BE9-4A401C52DF10}"/>
          </ac:spMkLst>
        </pc:spChg>
        <pc:spChg chg="add mod">
          <ac:chgData name="bora yeon" userId="8f5f7df639125dae" providerId="LiveId" clId="{7542C960-ADBA-42BE-A85D-83B13780C791}" dt="2025-12-09T15:48:53.443" v="561" actId="20577"/>
          <ac:spMkLst>
            <pc:docMk/>
            <pc:sldMk cId="0" sldId="259"/>
            <ac:spMk id="37" creationId="{54F94CBA-8643-1463-5D08-0D0D690B10DE}"/>
          </ac:spMkLst>
        </pc:spChg>
        <pc:spChg chg="add">
          <ac:chgData name="bora yeon" userId="8f5f7df639125dae" providerId="LiveId" clId="{7542C960-ADBA-42BE-A85D-83B13780C791}" dt="2025-12-09T15:47:58.735" v="543"/>
          <ac:spMkLst>
            <pc:docMk/>
            <pc:sldMk cId="0" sldId="259"/>
            <ac:spMk id="38" creationId="{4F726A13-9B62-D5A8-4947-ECCB27008C51}"/>
          </ac:spMkLst>
        </pc:spChg>
        <pc:spChg chg="add">
          <ac:chgData name="bora yeon" userId="8f5f7df639125dae" providerId="LiveId" clId="{7542C960-ADBA-42BE-A85D-83B13780C791}" dt="2025-12-09T15:48:01.481" v="545"/>
          <ac:spMkLst>
            <pc:docMk/>
            <pc:sldMk cId="0" sldId="259"/>
            <ac:spMk id="39" creationId="{51C12FDE-32E9-2AC3-2517-AAFEF0142B1C}"/>
          </ac:spMkLst>
        </pc:spChg>
        <pc:spChg chg="add">
          <ac:chgData name="bora yeon" userId="8f5f7df639125dae" providerId="LiveId" clId="{7542C960-ADBA-42BE-A85D-83B13780C791}" dt="2025-12-09T15:48:31.103" v="552"/>
          <ac:spMkLst>
            <pc:docMk/>
            <pc:sldMk cId="0" sldId="259"/>
            <ac:spMk id="40" creationId="{42027303-8363-2FDD-2E7E-8FFAF511EED2}"/>
          </ac:spMkLst>
        </pc:spChg>
        <pc:picChg chg="del">
          <ac:chgData name="bora yeon" userId="8f5f7df639125dae" providerId="LiveId" clId="{7542C960-ADBA-42BE-A85D-83B13780C791}" dt="2025-12-09T15:46:42.401" v="506" actId="478"/>
          <ac:picMkLst>
            <pc:docMk/>
            <pc:sldMk cId="0" sldId="259"/>
            <ac:picMk id="4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46:40.057" v="505" actId="478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24:25.617" v="259" actId="478"/>
          <ac:picMkLst>
            <pc:docMk/>
            <pc:sldMk cId="0" sldId="259"/>
            <ac:picMk id="8" creationId="{00000000-0000-0000-0000-000000000000}"/>
          </ac:picMkLst>
        </pc:picChg>
        <pc:picChg chg="add mod">
          <ac:chgData name="bora yeon" userId="8f5f7df639125dae" providerId="LiveId" clId="{7542C960-ADBA-42BE-A85D-83B13780C791}" dt="2025-12-09T15:46:19.670" v="504"/>
          <ac:picMkLst>
            <pc:docMk/>
            <pc:sldMk cId="0" sldId="259"/>
            <ac:picMk id="22" creationId="{40A1A2C9-4874-3112-8110-8E7875307D2F}"/>
          </ac:picMkLst>
        </pc:picChg>
        <pc:picChg chg="add mod">
          <ac:chgData name="bora yeon" userId="8f5f7df639125dae" providerId="LiveId" clId="{7542C960-ADBA-42BE-A85D-83B13780C791}" dt="2025-12-09T15:46:19.670" v="504"/>
          <ac:picMkLst>
            <pc:docMk/>
            <pc:sldMk cId="0" sldId="259"/>
            <ac:picMk id="23" creationId="{53B3B222-4E66-F9B9-ED12-48E83BDD4B6B}"/>
          </ac:picMkLst>
        </pc:picChg>
        <pc:picChg chg="add mod">
          <ac:chgData name="bora yeon" userId="8f5f7df639125dae" providerId="LiveId" clId="{7542C960-ADBA-42BE-A85D-83B13780C791}" dt="2025-12-09T15:46:19.670" v="504"/>
          <ac:picMkLst>
            <pc:docMk/>
            <pc:sldMk cId="0" sldId="259"/>
            <ac:picMk id="24" creationId="{BC8C2153-7C26-64F1-7BAE-8AC62D791576}"/>
          </ac:picMkLst>
        </pc:picChg>
        <pc:picChg chg="add mod">
          <ac:chgData name="bora yeon" userId="8f5f7df639125dae" providerId="LiveId" clId="{7542C960-ADBA-42BE-A85D-83B13780C791}" dt="2025-12-09T15:46:19.670" v="504"/>
          <ac:picMkLst>
            <pc:docMk/>
            <pc:sldMk cId="0" sldId="259"/>
            <ac:picMk id="27" creationId="{37F15BF9-5BCE-898B-1CC3-B80F2B5E0D1B}"/>
          </ac:picMkLst>
        </pc:picChg>
        <pc:picChg chg="add mod">
          <ac:chgData name="bora yeon" userId="8f5f7df639125dae" providerId="LiveId" clId="{7542C960-ADBA-42BE-A85D-83B13780C791}" dt="2025-12-09T15:47:25.465" v="508" actId="1076"/>
          <ac:picMkLst>
            <pc:docMk/>
            <pc:sldMk cId="0" sldId="259"/>
            <ac:picMk id="30" creationId="{2E3C64D2-8109-83EE-4A50-71895AF8C2ED}"/>
          </ac:picMkLst>
        </pc:picChg>
        <pc:picChg chg="add mod">
          <ac:chgData name="bora yeon" userId="8f5f7df639125dae" providerId="LiveId" clId="{7542C960-ADBA-42BE-A85D-83B13780C791}" dt="2025-12-09T15:47:25.465" v="508" actId="1076"/>
          <ac:picMkLst>
            <pc:docMk/>
            <pc:sldMk cId="0" sldId="259"/>
            <ac:picMk id="31" creationId="{FCA170FB-F583-055B-F177-7845CA054EC4}"/>
          </ac:picMkLst>
        </pc:picChg>
        <pc:picChg chg="add mod">
          <ac:chgData name="bora yeon" userId="8f5f7df639125dae" providerId="LiveId" clId="{7542C960-ADBA-42BE-A85D-83B13780C791}" dt="2025-12-09T15:47:25.465" v="508" actId="1076"/>
          <ac:picMkLst>
            <pc:docMk/>
            <pc:sldMk cId="0" sldId="259"/>
            <ac:picMk id="32" creationId="{78D87C4A-2AEE-72CD-5744-63276AF95615}"/>
          </ac:picMkLst>
        </pc:picChg>
        <pc:picChg chg="add mod">
          <ac:chgData name="bora yeon" userId="8f5f7df639125dae" providerId="LiveId" clId="{7542C960-ADBA-42BE-A85D-83B13780C791}" dt="2025-12-09T15:47:25.465" v="508" actId="1076"/>
          <ac:picMkLst>
            <pc:docMk/>
            <pc:sldMk cId="0" sldId="259"/>
            <ac:picMk id="35" creationId="{D495D6B9-9CC2-BFC1-D527-D8B80820E3A8}"/>
          </ac:picMkLst>
        </pc:picChg>
      </pc:sldChg>
      <pc:sldChg chg="delSp modSp del mod">
        <pc:chgData name="bora yeon" userId="8f5f7df639125dae" providerId="LiveId" clId="{7542C960-ADBA-42BE-A85D-83B13780C791}" dt="2025-12-09T16:11:33.825" v="758" actId="47"/>
        <pc:sldMkLst>
          <pc:docMk/>
          <pc:sldMk cId="0" sldId="260"/>
        </pc:sldMkLst>
        <pc:spChg chg="mod">
          <ac:chgData name="bora yeon" userId="8f5f7df639125dae" providerId="LiveId" clId="{7542C960-ADBA-42BE-A85D-83B13780C791}" dt="2025-12-09T15:25:42.212" v="264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bora yeon" userId="8f5f7df639125dae" providerId="LiveId" clId="{7542C960-ADBA-42BE-A85D-83B13780C791}" dt="2025-12-09T15:26:51.887" v="282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bora yeon" userId="8f5f7df639125dae" providerId="LiveId" clId="{7542C960-ADBA-42BE-A85D-83B13780C791}" dt="2025-12-09T15:26:51.887" v="282" actId="1076"/>
          <ac:spMkLst>
            <pc:docMk/>
            <pc:sldMk cId="0" sldId="260"/>
            <ac:spMk id="14" creationId="{00000000-0000-0000-0000-000000000000}"/>
          </ac:spMkLst>
        </pc:spChg>
        <pc:spChg chg="del">
          <ac:chgData name="bora yeon" userId="8f5f7df639125dae" providerId="LiveId" clId="{7542C960-ADBA-42BE-A85D-83B13780C791}" dt="2025-12-09T15:26:22.993" v="273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bora yeon" userId="8f5f7df639125dae" providerId="LiveId" clId="{7542C960-ADBA-42BE-A85D-83B13780C791}" dt="2025-12-09T15:26:24.443" v="274" actId="478"/>
          <ac:spMkLst>
            <pc:docMk/>
            <pc:sldMk cId="0" sldId="260"/>
            <ac:spMk id="17" creationId="{00000000-0000-0000-0000-000000000000}"/>
          </ac:spMkLst>
        </pc:spChg>
        <pc:spChg chg="mod">
          <ac:chgData name="bora yeon" userId="8f5f7df639125dae" providerId="LiveId" clId="{7542C960-ADBA-42BE-A85D-83B13780C791}" dt="2025-12-09T15:26:43.540" v="281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bora yeon" userId="8f5f7df639125dae" providerId="LiveId" clId="{7542C960-ADBA-42BE-A85D-83B13780C791}" dt="2025-12-09T15:26:43.540" v="281" actId="1076"/>
          <ac:spMkLst>
            <pc:docMk/>
            <pc:sldMk cId="0" sldId="260"/>
            <ac:spMk id="20" creationId="{00000000-0000-0000-0000-000000000000}"/>
          </ac:spMkLst>
        </pc:spChg>
        <pc:picChg chg="mod">
          <ac:chgData name="bora yeon" userId="8f5f7df639125dae" providerId="LiveId" clId="{7542C960-ADBA-42BE-A85D-83B13780C791}" dt="2025-12-09T15:52:46.203" v="563" actId="1076"/>
          <ac:picMkLst>
            <pc:docMk/>
            <pc:sldMk cId="0" sldId="260"/>
            <ac:picMk id="3" creationId="{00000000-0000-0000-0000-000000000000}"/>
          </ac:picMkLst>
        </pc:picChg>
        <pc:picChg chg="mod">
          <ac:chgData name="bora yeon" userId="8f5f7df639125dae" providerId="LiveId" clId="{7542C960-ADBA-42BE-A85D-83B13780C791}" dt="2025-12-09T15:26:51.887" v="282" actId="1076"/>
          <ac:picMkLst>
            <pc:docMk/>
            <pc:sldMk cId="0" sldId="260"/>
            <ac:picMk id="6" creationId="{00000000-0000-0000-0000-000000000000}"/>
          </ac:picMkLst>
        </pc:picChg>
        <pc:picChg chg="mod">
          <ac:chgData name="bora yeon" userId="8f5f7df639125dae" providerId="LiveId" clId="{7542C960-ADBA-42BE-A85D-83B13780C791}" dt="2025-12-09T15:26:43.540" v="281" actId="1076"/>
          <ac:picMkLst>
            <pc:docMk/>
            <pc:sldMk cId="0" sldId="260"/>
            <ac:picMk id="7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26:33.376" v="278" actId="478"/>
          <ac:picMkLst>
            <pc:docMk/>
            <pc:sldMk cId="0" sldId="260"/>
            <ac:picMk id="8" creationId="{00000000-0000-0000-0000-000000000000}"/>
          </ac:picMkLst>
        </pc:picChg>
        <pc:picChg chg="mod">
          <ac:chgData name="bora yeon" userId="8f5f7df639125dae" providerId="LiveId" clId="{7542C960-ADBA-42BE-A85D-83B13780C791}" dt="2025-12-09T15:26:51.887" v="282" actId="1076"/>
          <ac:picMkLst>
            <pc:docMk/>
            <pc:sldMk cId="0" sldId="260"/>
            <ac:picMk id="12" creationId="{00000000-0000-0000-0000-000000000000}"/>
          </ac:picMkLst>
        </pc:picChg>
        <pc:picChg chg="mod">
          <ac:chgData name="bora yeon" userId="8f5f7df639125dae" providerId="LiveId" clId="{7542C960-ADBA-42BE-A85D-83B13780C791}" dt="2025-12-09T15:26:43.540" v="281" actId="1076"/>
          <ac:picMkLst>
            <pc:docMk/>
            <pc:sldMk cId="0" sldId="260"/>
            <ac:picMk id="1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26:32.880" v="277" actId="478"/>
          <ac:picMkLst>
            <pc:docMk/>
            <pc:sldMk cId="0" sldId="260"/>
            <ac:picMk id="18" creationId="{00000000-0000-0000-0000-000000000000}"/>
          </ac:picMkLst>
        </pc:picChg>
      </pc:sldChg>
      <pc:sldChg chg="addSp delSp modSp del mod">
        <pc:chgData name="bora yeon" userId="8f5f7df639125dae" providerId="LiveId" clId="{7542C960-ADBA-42BE-A85D-83B13780C791}" dt="2025-12-09T16:11:33.825" v="758" actId="47"/>
        <pc:sldMkLst>
          <pc:docMk/>
          <pc:sldMk cId="0" sldId="261"/>
        </pc:sldMkLst>
        <pc:spChg chg="mod">
          <ac:chgData name="bora yeon" userId="8f5f7df639125dae" providerId="LiveId" clId="{7542C960-ADBA-42BE-A85D-83B13780C791}" dt="2025-12-09T15:45:57.837" v="503"/>
          <ac:spMkLst>
            <pc:docMk/>
            <pc:sldMk cId="0" sldId="261"/>
            <ac:spMk id="15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8:37.138" v="285" actId="478"/>
          <ac:spMkLst>
            <pc:docMk/>
            <pc:sldMk cId="0" sldId="261"/>
            <ac:spMk id="16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9:01.306" v="297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bora yeon" userId="8f5f7df639125dae" providerId="LiveId" clId="{7542C960-ADBA-42BE-A85D-83B13780C791}" dt="2025-12-09T15:28:38.331" v="286" actId="478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30:03.186" v="317" actId="478"/>
          <ac:spMkLst>
            <pc:docMk/>
            <pc:sldMk cId="0" sldId="261"/>
            <ac:spMk id="19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28:39.666" v="288" actId="478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32:21.643" v="366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bora yeon" userId="8f5f7df639125dae" providerId="LiveId" clId="{7542C960-ADBA-42BE-A85D-83B13780C791}" dt="2025-12-09T15:28:43.307" v="291" actId="478"/>
          <ac:spMkLst>
            <pc:docMk/>
            <pc:sldMk cId="0" sldId="261"/>
            <ac:spMk id="22" creationId="{00000000-0000-0000-0000-000000000000}"/>
          </ac:spMkLst>
        </pc:spChg>
        <pc:spChg chg="mod">
          <ac:chgData name="bora yeon" userId="8f5f7df639125dae" providerId="LiveId" clId="{7542C960-ADBA-42BE-A85D-83B13780C791}" dt="2025-12-09T15:36:45.118" v="417" actId="122"/>
          <ac:spMkLst>
            <pc:docMk/>
            <pc:sldMk cId="0" sldId="261"/>
            <ac:spMk id="23" creationId="{00000000-0000-0000-0000-000000000000}"/>
          </ac:spMkLst>
        </pc:spChg>
        <pc:spChg chg="del">
          <ac:chgData name="bora yeon" userId="8f5f7df639125dae" providerId="LiveId" clId="{7542C960-ADBA-42BE-A85D-83B13780C791}" dt="2025-12-09T15:28:44.418" v="292" actId="478"/>
          <ac:spMkLst>
            <pc:docMk/>
            <pc:sldMk cId="0" sldId="261"/>
            <ac:spMk id="24" creationId="{00000000-0000-0000-0000-000000000000}"/>
          </ac:spMkLst>
        </pc:spChg>
        <pc:spChg chg="add del mod">
          <ac:chgData name="bora yeon" userId="8f5f7df639125dae" providerId="LiveId" clId="{7542C960-ADBA-42BE-A85D-83B13780C791}" dt="2025-12-09T15:38:43.561" v="436" actId="20577"/>
          <ac:spMkLst>
            <pc:docMk/>
            <pc:sldMk cId="0" sldId="261"/>
            <ac:spMk id="25" creationId="{00000000-0000-0000-0000-000000000000}"/>
          </ac:spMkLst>
        </pc:spChg>
        <pc:spChg chg="add mod">
          <ac:chgData name="bora yeon" userId="8f5f7df639125dae" providerId="LiveId" clId="{7542C960-ADBA-42BE-A85D-83B13780C791}" dt="2025-12-09T15:29:42.063" v="314" actId="122"/>
          <ac:spMkLst>
            <pc:docMk/>
            <pc:sldMk cId="0" sldId="261"/>
            <ac:spMk id="26" creationId="{FE48906C-C882-06A6-437C-F7205CB02B9B}"/>
          </ac:spMkLst>
        </pc:spChg>
        <pc:spChg chg="add mod">
          <ac:chgData name="bora yeon" userId="8f5f7df639125dae" providerId="LiveId" clId="{7542C960-ADBA-42BE-A85D-83B13780C791}" dt="2025-12-09T15:32:09.762" v="364" actId="20577"/>
          <ac:spMkLst>
            <pc:docMk/>
            <pc:sldMk cId="0" sldId="261"/>
            <ac:spMk id="27" creationId="{14F54A4F-D965-9602-E5AD-DCF15617A795}"/>
          </ac:spMkLst>
        </pc:spChg>
        <pc:spChg chg="add mod">
          <ac:chgData name="bora yeon" userId="8f5f7df639125dae" providerId="LiveId" clId="{7542C960-ADBA-42BE-A85D-83B13780C791}" dt="2025-12-09T15:35:47.257" v="389" actId="20577"/>
          <ac:spMkLst>
            <pc:docMk/>
            <pc:sldMk cId="0" sldId="261"/>
            <ac:spMk id="28" creationId="{E68458DA-6D20-EE88-1B9A-9836876F7F91}"/>
          </ac:spMkLst>
        </pc:spChg>
        <pc:spChg chg="add del mod">
          <ac:chgData name="bora yeon" userId="8f5f7df639125dae" providerId="LiveId" clId="{7542C960-ADBA-42BE-A85D-83B13780C791}" dt="2025-12-09T15:35:58.242" v="390" actId="478"/>
          <ac:spMkLst>
            <pc:docMk/>
            <pc:sldMk cId="0" sldId="261"/>
            <ac:spMk id="29" creationId="{CA4C9D11-6DF9-292F-3482-9C575DD38E65}"/>
          </ac:spMkLst>
        </pc:spChg>
        <pc:picChg chg="add del">
          <ac:chgData name="bora yeon" userId="8f5f7df639125dae" providerId="LiveId" clId="{7542C960-ADBA-42BE-A85D-83B13780C791}" dt="2025-12-09T15:28:41.404" v="290" actId="478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del mod">
        <pc:chgData name="bora yeon" userId="8f5f7df639125dae" providerId="LiveId" clId="{7542C960-ADBA-42BE-A85D-83B13780C791}" dt="2025-12-09T16:11:33.825" v="758" actId="47"/>
        <pc:sldMkLst>
          <pc:docMk/>
          <pc:sldMk cId="0" sldId="262"/>
        </pc:sldMkLst>
        <pc:spChg chg="mod">
          <ac:chgData name="bora yeon" userId="8f5f7df639125dae" providerId="LiveId" clId="{7542C960-ADBA-42BE-A85D-83B13780C791}" dt="2025-12-09T15:44:07.586" v="498" actId="20577"/>
          <ac:spMkLst>
            <pc:docMk/>
            <pc:sldMk cId="0" sldId="262"/>
            <ac:spMk id="16" creationId="{00000000-0000-0000-0000-000000000000}"/>
          </ac:spMkLst>
        </pc:spChg>
        <pc:spChg chg="add del mod">
          <ac:chgData name="bora yeon" userId="8f5f7df639125dae" providerId="LiveId" clId="{7542C960-ADBA-42BE-A85D-83B13780C791}" dt="2025-12-09T15:41:02.756" v="447" actId="20577"/>
          <ac:spMkLst>
            <pc:docMk/>
            <pc:sldMk cId="0" sldId="262"/>
            <ac:spMk id="17" creationId="{00000000-0000-0000-0000-000000000000}"/>
          </ac:spMkLst>
        </pc:spChg>
        <pc:spChg chg="del">
          <ac:chgData name="bora yeon" userId="8f5f7df639125dae" providerId="LiveId" clId="{7542C960-ADBA-42BE-A85D-83B13780C791}" dt="2025-12-09T15:41:59.986" v="466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bora yeon" userId="8f5f7df639125dae" providerId="LiveId" clId="{7542C960-ADBA-42BE-A85D-83B13780C791}" dt="2025-12-09T15:43:32.258" v="487" actId="20577"/>
          <ac:spMkLst>
            <pc:docMk/>
            <pc:sldMk cId="0" sldId="262"/>
            <ac:spMk id="19" creationId="{00000000-0000-0000-0000-000000000000}"/>
          </ac:spMkLst>
        </pc:spChg>
        <pc:spChg chg="del">
          <ac:chgData name="bora yeon" userId="8f5f7df639125dae" providerId="LiveId" clId="{7542C960-ADBA-42BE-A85D-83B13780C791}" dt="2025-12-09T15:41:59.986" v="466" actId="478"/>
          <ac:spMkLst>
            <pc:docMk/>
            <pc:sldMk cId="0" sldId="262"/>
            <ac:spMk id="20" creationId="{00000000-0000-0000-0000-000000000000}"/>
          </ac:spMkLst>
        </pc:spChg>
        <pc:spChg chg="mod">
          <ac:chgData name="bora yeon" userId="8f5f7df639125dae" providerId="LiveId" clId="{7542C960-ADBA-42BE-A85D-83B13780C791}" dt="2025-12-09T15:43:22.611" v="484" actId="20577"/>
          <ac:spMkLst>
            <pc:docMk/>
            <pc:sldMk cId="0" sldId="262"/>
            <ac:spMk id="21" creationId="{00000000-0000-0000-0000-000000000000}"/>
          </ac:spMkLst>
        </pc:spChg>
        <pc:spChg chg="del">
          <ac:chgData name="bora yeon" userId="8f5f7df639125dae" providerId="LiveId" clId="{7542C960-ADBA-42BE-A85D-83B13780C791}" dt="2025-12-09T15:41:59.986" v="466" actId="47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bora yeon" userId="8f5f7df639125dae" providerId="LiveId" clId="{7542C960-ADBA-42BE-A85D-83B13780C791}" dt="2025-12-09T15:44:04.267" v="492" actId="20577"/>
          <ac:spMkLst>
            <pc:docMk/>
            <pc:sldMk cId="0" sldId="262"/>
            <ac:spMk id="23" creationId="{00000000-0000-0000-0000-000000000000}"/>
          </ac:spMkLst>
        </pc:spChg>
        <pc:spChg chg="del">
          <ac:chgData name="bora yeon" userId="8f5f7df639125dae" providerId="LiveId" clId="{7542C960-ADBA-42BE-A85D-83B13780C791}" dt="2025-12-09T15:41:59.986" v="466" actId="478"/>
          <ac:spMkLst>
            <pc:docMk/>
            <pc:sldMk cId="0" sldId="262"/>
            <ac:spMk id="24" creationId="{00000000-0000-0000-0000-000000000000}"/>
          </ac:spMkLst>
        </pc:spChg>
        <pc:spChg chg="mod">
          <ac:chgData name="bora yeon" userId="8f5f7df639125dae" providerId="LiveId" clId="{7542C960-ADBA-42BE-A85D-83B13780C791}" dt="2025-12-09T15:44:23.610" v="502" actId="20577"/>
          <ac:spMkLst>
            <pc:docMk/>
            <pc:sldMk cId="0" sldId="262"/>
            <ac:spMk id="25" creationId="{00000000-0000-0000-0000-000000000000}"/>
          </ac:spMkLst>
        </pc:spChg>
        <pc:spChg chg="add">
          <ac:chgData name="bora yeon" userId="8f5f7df639125dae" providerId="LiveId" clId="{7542C960-ADBA-42BE-A85D-83B13780C791}" dt="2025-12-09T15:40:44.027" v="439"/>
          <ac:spMkLst>
            <pc:docMk/>
            <pc:sldMk cId="0" sldId="262"/>
            <ac:spMk id="26" creationId="{B648C635-ADA8-F4CA-B4F5-A8E0090B311E}"/>
          </ac:spMkLst>
        </pc:spChg>
        <pc:spChg chg="add mod">
          <ac:chgData name="bora yeon" userId="8f5f7df639125dae" providerId="LiveId" clId="{7542C960-ADBA-42BE-A85D-83B13780C791}" dt="2025-12-09T15:40:54.003" v="443"/>
          <ac:spMkLst>
            <pc:docMk/>
            <pc:sldMk cId="0" sldId="262"/>
            <ac:spMk id="27" creationId="{0BFFF015-C103-383A-697D-CB3D1DDF649C}"/>
          </ac:spMkLst>
        </pc:spChg>
        <pc:spChg chg="add mod">
          <ac:chgData name="bora yeon" userId="8f5f7df639125dae" providerId="LiveId" clId="{7542C960-ADBA-42BE-A85D-83B13780C791}" dt="2025-12-09T15:40:53.627" v="442"/>
          <ac:spMkLst>
            <pc:docMk/>
            <pc:sldMk cId="0" sldId="262"/>
            <ac:spMk id="28" creationId="{6DB6F200-4F85-8A76-F277-99A424E564DF}"/>
          </ac:spMkLst>
        </pc:spChg>
        <pc:spChg chg="add">
          <ac:chgData name="bora yeon" userId="8f5f7df639125dae" providerId="LiveId" clId="{7542C960-ADBA-42BE-A85D-83B13780C791}" dt="2025-12-09T15:40:57.573" v="445"/>
          <ac:spMkLst>
            <pc:docMk/>
            <pc:sldMk cId="0" sldId="262"/>
            <ac:spMk id="29" creationId="{90401D56-4DA3-F0C2-983C-0D3585BBA05E}"/>
          </ac:spMkLst>
        </pc:spChg>
        <pc:spChg chg="add">
          <ac:chgData name="bora yeon" userId="8f5f7df639125dae" providerId="LiveId" clId="{7542C960-ADBA-42BE-A85D-83B13780C791}" dt="2025-12-09T15:41:03.159" v="448"/>
          <ac:spMkLst>
            <pc:docMk/>
            <pc:sldMk cId="0" sldId="262"/>
            <ac:spMk id="30" creationId="{F547976F-FCC3-9E65-17C1-81AA518C30A4}"/>
          </ac:spMkLst>
        </pc:spChg>
        <pc:spChg chg="add">
          <ac:chgData name="bora yeon" userId="8f5f7df639125dae" providerId="LiveId" clId="{7542C960-ADBA-42BE-A85D-83B13780C791}" dt="2025-12-09T15:41:15.222" v="451"/>
          <ac:spMkLst>
            <pc:docMk/>
            <pc:sldMk cId="0" sldId="262"/>
            <ac:spMk id="31" creationId="{2377B9A7-34AF-01B2-5833-814DF4CB7669}"/>
          </ac:spMkLst>
        </pc:spChg>
      </pc:sldChg>
      <pc:sldChg chg="addSp delSp modSp del mod">
        <pc:chgData name="bora yeon" userId="8f5f7df639125dae" providerId="LiveId" clId="{7542C960-ADBA-42BE-A85D-83B13780C791}" dt="2025-12-09T16:11:33.825" v="758" actId="47"/>
        <pc:sldMkLst>
          <pc:docMk/>
          <pc:sldMk cId="0" sldId="263"/>
        </pc:sldMkLst>
        <pc:spChg chg="del">
          <ac:chgData name="bora yeon" userId="8f5f7df639125dae" providerId="LiveId" clId="{7542C960-ADBA-42BE-A85D-83B13780C791}" dt="2025-12-09T15:57:50.186" v="670" actId="47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bora yeon" userId="8f5f7df639125dae" providerId="LiveId" clId="{7542C960-ADBA-42BE-A85D-83B13780C791}" dt="2025-12-09T15:58:50.730" v="693" actId="20577"/>
          <ac:spMkLst>
            <pc:docMk/>
            <pc:sldMk cId="0" sldId="263"/>
            <ac:spMk id="12" creationId="{00000000-0000-0000-0000-000000000000}"/>
          </ac:spMkLst>
        </pc:spChg>
        <pc:spChg chg="del">
          <ac:chgData name="bora yeon" userId="8f5f7df639125dae" providerId="LiveId" clId="{7542C960-ADBA-42BE-A85D-83B13780C791}" dt="2025-12-09T15:57:46.090" v="667" actId="478"/>
          <ac:spMkLst>
            <pc:docMk/>
            <pc:sldMk cId="0" sldId="263"/>
            <ac:spMk id="13" creationId="{00000000-0000-0000-0000-000000000000}"/>
          </ac:spMkLst>
        </pc:spChg>
        <pc:spChg chg="del mod">
          <ac:chgData name="bora yeon" userId="8f5f7df639125dae" providerId="LiveId" clId="{7542C960-ADBA-42BE-A85D-83B13780C791}" dt="2025-12-09T15:57:43.197" v="664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bora yeon" userId="8f5f7df639125dae" providerId="LiveId" clId="{7542C960-ADBA-42BE-A85D-83B13780C791}" dt="2025-12-09T15:59:03.819" v="694" actId="478"/>
          <ac:spMkLst>
            <pc:docMk/>
            <pc:sldMk cId="0" sldId="263"/>
            <ac:spMk id="15" creationId="{00000000-0000-0000-0000-000000000000}"/>
          </ac:spMkLst>
        </pc:spChg>
        <pc:spChg chg="mod">
          <ac:chgData name="bora yeon" userId="8f5f7df639125dae" providerId="LiveId" clId="{7542C960-ADBA-42BE-A85D-83B13780C791}" dt="2025-12-09T16:00:00.814" v="707" actId="1076"/>
          <ac:spMkLst>
            <pc:docMk/>
            <pc:sldMk cId="0" sldId="263"/>
            <ac:spMk id="16" creationId="{00000000-0000-0000-0000-000000000000}"/>
          </ac:spMkLst>
        </pc:spChg>
        <pc:picChg chg="add del mod">
          <ac:chgData name="bora yeon" userId="8f5f7df639125dae" providerId="LiveId" clId="{7542C960-ADBA-42BE-A85D-83B13780C791}" dt="2025-12-09T15:57:48.147" v="669" actId="1076"/>
          <ac:picMkLst>
            <pc:docMk/>
            <pc:sldMk cId="0" sldId="263"/>
            <ac:picMk id="3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7.041" v="658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8.937" v="662" actId="478"/>
          <ac:picMkLst>
            <pc:docMk/>
            <pc:sldMk cId="0" sldId="263"/>
            <ac:picMk id="5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7.298" v="659" actId="478"/>
          <ac:picMkLst>
            <pc:docMk/>
            <pc:sldMk cId="0" sldId="263"/>
            <ac:picMk id="6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8.408" v="661" actId="478"/>
          <ac:picMkLst>
            <pc:docMk/>
            <pc:sldMk cId="0" sldId="263"/>
            <ac:picMk id="7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9.401" v="663" actId="478"/>
          <ac:picMkLst>
            <pc:docMk/>
            <pc:sldMk cId="0" sldId="263"/>
            <ac:picMk id="8" creationId="{00000000-0000-0000-0000-000000000000}"/>
          </ac:picMkLst>
        </pc:picChg>
        <pc:picChg chg="del">
          <ac:chgData name="bora yeon" userId="8f5f7df639125dae" providerId="LiveId" clId="{7542C960-ADBA-42BE-A85D-83B13780C791}" dt="2025-12-09T15:57:37.729" v="660" actId="478"/>
          <ac:picMkLst>
            <pc:docMk/>
            <pc:sldMk cId="0" sldId="263"/>
            <ac:picMk id="9" creationId="{00000000-0000-0000-0000-000000000000}"/>
          </ac:picMkLst>
        </pc:picChg>
      </pc:sldChg>
      <pc:sldChg chg="modSp mod">
        <pc:chgData name="bora yeon" userId="8f5f7df639125dae" providerId="LiveId" clId="{7542C960-ADBA-42BE-A85D-83B13780C791}" dt="2025-12-09T16:31:07.718" v="1296" actId="20577"/>
        <pc:sldMkLst>
          <pc:docMk/>
          <pc:sldMk cId="0" sldId="264"/>
        </pc:sldMkLst>
        <pc:spChg chg="mod">
          <ac:chgData name="bora yeon" userId="8f5f7df639125dae" providerId="LiveId" clId="{7542C960-ADBA-42BE-A85D-83B13780C791}" dt="2025-12-09T16:16:08.019" v="845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bora yeon" userId="8f5f7df639125dae" providerId="LiveId" clId="{7542C960-ADBA-42BE-A85D-83B13780C791}" dt="2025-12-09T16:31:07.718" v="1296" actId="20577"/>
          <ac:spMkLst>
            <pc:docMk/>
            <pc:sldMk cId="0" sldId="264"/>
            <ac:spMk id="6" creationId="{00000000-0000-0000-0000-000000000000}"/>
          </ac:spMkLst>
        </pc:spChg>
      </pc:sldChg>
      <pc:sldChg chg="addSp delSp modSp add mod ord setBg">
        <pc:chgData name="bora yeon" userId="8f5f7df639125dae" providerId="LiveId" clId="{7542C960-ADBA-42BE-A85D-83B13780C791}" dt="2025-12-09T16:27:13.099" v="1238" actId="1076"/>
        <pc:sldMkLst>
          <pc:docMk/>
          <pc:sldMk cId="1047561218" sldId="265"/>
        </pc:sldMkLst>
        <pc:spChg chg="del">
          <ac:chgData name="bora yeon" userId="8f5f7df639125dae" providerId="LiveId" clId="{7542C960-ADBA-42BE-A85D-83B13780C791}" dt="2025-12-09T16:21:24.388" v="1089" actId="478"/>
          <ac:spMkLst>
            <pc:docMk/>
            <pc:sldMk cId="1047561218" sldId="265"/>
            <ac:spMk id="4" creationId="{8DE22C52-9420-3F66-7B1A-B8D049C15733}"/>
          </ac:spMkLst>
        </pc:spChg>
        <pc:spChg chg="mod">
          <ac:chgData name="bora yeon" userId="8f5f7df639125dae" providerId="LiveId" clId="{7542C960-ADBA-42BE-A85D-83B13780C791}" dt="2025-12-09T16:21:35.125" v="1112" actId="1076"/>
          <ac:spMkLst>
            <pc:docMk/>
            <pc:sldMk cId="1047561218" sldId="265"/>
            <ac:spMk id="10" creationId="{7D6E3998-6DED-B36E-4AFC-BD4FE2E8E4C3}"/>
          </ac:spMkLst>
        </pc:spChg>
        <pc:picChg chg="mod">
          <ac:chgData name="bora yeon" userId="8f5f7df639125dae" providerId="LiveId" clId="{7542C960-ADBA-42BE-A85D-83B13780C791}" dt="2025-12-09T16:21:26.180" v="1091" actId="1076"/>
          <ac:picMkLst>
            <pc:docMk/>
            <pc:sldMk cId="1047561218" sldId="265"/>
            <ac:picMk id="3" creationId="{C1AC2E95-3AF3-71D1-F0C1-848F5AC947B4}"/>
          </ac:picMkLst>
        </pc:picChg>
        <pc:picChg chg="add mod">
          <ac:chgData name="bora yeon" userId="8f5f7df639125dae" providerId="LiveId" clId="{7542C960-ADBA-42BE-A85D-83B13780C791}" dt="2025-12-09T16:26:05.171" v="1188" actId="1440"/>
          <ac:picMkLst>
            <pc:docMk/>
            <pc:sldMk cId="1047561218" sldId="265"/>
            <ac:picMk id="6" creationId="{44A68AB7-F04C-DBD7-665D-7B556A59CFA8}"/>
          </ac:picMkLst>
        </pc:picChg>
        <pc:picChg chg="add mod">
          <ac:chgData name="bora yeon" userId="8f5f7df639125dae" providerId="LiveId" clId="{7542C960-ADBA-42BE-A85D-83B13780C791}" dt="2025-12-09T16:26:21.343" v="1198" actId="1076"/>
          <ac:picMkLst>
            <pc:docMk/>
            <pc:sldMk cId="1047561218" sldId="265"/>
            <ac:picMk id="8" creationId="{3ED4B27A-DB40-B48B-3F03-38FE921BA341}"/>
          </ac:picMkLst>
        </pc:picChg>
        <pc:picChg chg="del">
          <ac:chgData name="bora yeon" userId="8f5f7df639125dae" providerId="LiveId" clId="{7542C960-ADBA-42BE-A85D-83B13780C791}" dt="2025-12-09T16:21:23.186" v="1088" actId="478"/>
          <ac:picMkLst>
            <pc:docMk/>
            <pc:sldMk cId="1047561218" sldId="265"/>
            <ac:picMk id="9" creationId="{463E0692-F0E5-9922-0417-8FB464252D17}"/>
          </ac:picMkLst>
        </pc:picChg>
        <pc:picChg chg="add mod">
          <ac:chgData name="bora yeon" userId="8f5f7df639125dae" providerId="LiveId" clId="{7542C960-ADBA-42BE-A85D-83B13780C791}" dt="2025-12-09T16:26:22.465" v="1199" actId="1076"/>
          <ac:picMkLst>
            <pc:docMk/>
            <pc:sldMk cId="1047561218" sldId="265"/>
            <ac:picMk id="12" creationId="{99D7A432-8079-5876-E47B-F9617BEE9B7F}"/>
          </ac:picMkLst>
        </pc:picChg>
        <pc:picChg chg="add mod">
          <ac:chgData name="bora yeon" userId="8f5f7df639125dae" providerId="LiveId" clId="{7542C960-ADBA-42BE-A85D-83B13780C791}" dt="2025-12-09T16:26:23.380" v="1200" actId="1076"/>
          <ac:picMkLst>
            <pc:docMk/>
            <pc:sldMk cId="1047561218" sldId="265"/>
            <ac:picMk id="14" creationId="{B7914C74-EF85-AAB9-B2DB-4C03407E5E72}"/>
          </ac:picMkLst>
        </pc:picChg>
        <pc:picChg chg="del">
          <ac:chgData name="bora yeon" userId="8f5f7df639125dae" providerId="LiveId" clId="{7542C960-ADBA-42BE-A85D-83B13780C791}" dt="2025-12-09T16:21:30.826" v="1111" actId="478"/>
          <ac:picMkLst>
            <pc:docMk/>
            <pc:sldMk cId="1047561218" sldId="265"/>
            <ac:picMk id="15" creationId="{9B7B6A9D-482A-BE24-0FFB-D8883C2D5D95}"/>
          </ac:picMkLst>
        </pc:picChg>
        <pc:picChg chg="add del mod">
          <ac:chgData name="bora yeon" userId="8f5f7df639125dae" providerId="LiveId" clId="{7542C960-ADBA-42BE-A85D-83B13780C791}" dt="2025-12-09T16:26:25.588" v="1201" actId="1076"/>
          <ac:picMkLst>
            <pc:docMk/>
            <pc:sldMk cId="1047561218" sldId="265"/>
            <ac:picMk id="17" creationId="{9B7A2C4D-6D9B-C83C-002E-457B7C382A59}"/>
          </ac:picMkLst>
        </pc:picChg>
        <pc:picChg chg="add del mod">
          <ac:chgData name="bora yeon" userId="8f5f7df639125dae" providerId="LiveId" clId="{7542C960-ADBA-42BE-A85D-83B13780C791}" dt="2025-12-09T16:26:28.247" v="1202" actId="1076"/>
          <ac:picMkLst>
            <pc:docMk/>
            <pc:sldMk cId="1047561218" sldId="265"/>
            <ac:picMk id="19" creationId="{078E7B47-BDBE-AA1E-77E3-70EC36F9D734}"/>
          </ac:picMkLst>
        </pc:picChg>
        <pc:picChg chg="del">
          <ac:chgData name="bora yeon" userId="8f5f7df639125dae" providerId="LiveId" clId="{7542C960-ADBA-42BE-A85D-83B13780C791}" dt="2025-12-09T16:21:30.826" v="1111" actId="478"/>
          <ac:picMkLst>
            <pc:docMk/>
            <pc:sldMk cId="1047561218" sldId="265"/>
            <ac:picMk id="20" creationId="{7DC04085-BC39-9696-C6C3-09FF94CF7A60}"/>
          </ac:picMkLst>
        </pc:picChg>
        <pc:picChg chg="del">
          <ac:chgData name="bora yeon" userId="8f5f7df639125dae" providerId="LiveId" clId="{7542C960-ADBA-42BE-A85D-83B13780C791}" dt="2025-12-09T16:21:30.826" v="1111" actId="478"/>
          <ac:picMkLst>
            <pc:docMk/>
            <pc:sldMk cId="1047561218" sldId="265"/>
            <ac:picMk id="22" creationId="{D91D9809-8C9F-1534-0F88-1848123E8790}"/>
          </ac:picMkLst>
        </pc:picChg>
        <pc:picChg chg="add del mod">
          <ac:chgData name="bora yeon" userId="8f5f7df639125dae" providerId="LiveId" clId="{7542C960-ADBA-42BE-A85D-83B13780C791}" dt="2025-12-09T16:26:30.412" v="1203" actId="1076"/>
          <ac:picMkLst>
            <pc:docMk/>
            <pc:sldMk cId="1047561218" sldId="265"/>
            <ac:picMk id="23" creationId="{28B0FF20-8F1D-326E-7711-515E9CAF1BB9}"/>
          </ac:picMkLst>
        </pc:picChg>
        <pc:picChg chg="add del mod">
          <ac:chgData name="bora yeon" userId="8f5f7df639125dae" providerId="LiveId" clId="{7542C960-ADBA-42BE-A85D-83B13780C791}" dt="2025-12-09T16:26:32.708" v="1204" actId="1076"/>
          <ac:picMkLst>
            <pc:docMk/>
            <pc:sldMk cId="1047561218" sldId="265"/>
            <ac:picMk id="25" creationId="{497B32B8-AFD8-9E54-C66B-E2EF6449420A}"/>
          </ac:picMkLst>
        </pc:picChg>
        <pc:picChg chg="add del mod">
          <ac:chgData name="bora yeon" userId="8f5f7df639125dae" providerId="LiveId" clId="{7542C960-ADBA-42BE-A85D-83B13780C791}" dt="2025-12-09T16:25:55.093" v="1186" actId="478"/>
          <ac:picMkLst>
            <pc:docMk/>
            <pc:sldMk cId="1047561218" sldId="265"/>
            <ac:picMk id="27" creationId="{630606FA-9389-823C-18D9-39AD4CE4E193}"/>
          </ac:picMkLst>
        </pc:picChg>
        <pc:picChg chg="add del mod">
          <ac:chgData name="bora yeon" userId="8f5f7df639125dae" providerId="LiveId" clId="{7542C960-ADBA-42BE-A85D-83B13780C791}" dt="2025-12-09T16:25:56.508" v="1187" actId="478"/>
          <ac:picMkLst>
            <pc:docMk/>
            <pc:sldMk cId="1047561218" sldId="265"/>
            <ac:picMk id="29" creationId="{39F4BB06-4478-9F4D-0E41-6D75F861D86E}"/>
          </ac:picMkLst>
        </pc:picChg>
        <pc:picChg chg="add del mod">
          <ac:chgData name="bora yeon" userId="8f5f7df639125dae" providerId="LiveId" clId="{7542C960-ADBA-42BE-A85D-83B13780C791}" dt="2025-12-09T16:25:53.605" v="1184" actId="478"/>
          <ac:picMkLst>
            <pc:docMk/>
            <pc:sldMk cId="1047561218" sldId="265"/>
            <ac:picMk id="31" creationId="{8CAE1D55-1D77-15E7-D044-9BCFF6FB6C54}"/>
          </ac:picMkLst>
        </pc:picChg>
        <pc:picChg chg="add del mod">
          <ac:chgData name="bora yeon" userId="8f5f7df639125dae" providerId="LiveId" clId="{7542C960-ADBA-42BE-A85D-83B13780C791}" dt="2025-12-09T16:25:53.884" v="1185" actId="478"/>
          <ac:picMkLst>
            <pc:docMk/>
            <pc:sldMk cId="1047561218" sldId="265"/>
            <ac:picMk id="33" creationId="{FCA43E03-646D-7BB2-0227-0AE75AF82242}"/>
          </ac:picMkLst>
        </pc:picChg>
        <pc:picChg chg="add mod">
          <ac:chgData name="bora yeon" userId="8f5f7df639125dae" providerId="LiveId" clId="{7542C960-ADBA-42BE-A85D-83B13780C791}" dt="2025-12-09T16:26:59.244" v="1232" actId="1076"/>
          <ac:picMkLst>
            <pc:docMk/>
            <pc:sldMk cId="1047561218" sldId="265"/>
            <ac:picMk id="34" creationId="{24A751E4-C94A-238B-4774-A0AC27DB17A0}"/>
          </ac:picMkLst>
        </pc:picChg>
        <pc:picChg chg="add mod">
          <ac:chgData name="bora yeon" userId="8f5f7df639125dae" providerId="LiveId" clId="{7542C960-ADBA-42BE-A85D-83B13780C791}" dt="2025-12-09T16:27:10.772" v="1237" actId="14100"/>
          <ac:picMkLst>
            <pc:docMk/>
            <pc:sldMk cId="1047561218" sldId="265"/>
            <ac:picMk id="35" creationId="{0F8942B1-7FCA-230B-5934-2D3F1D164B36}"/>
          </ac:picMkLst>
        </pc:picChg>
        <pc:picChg chg="add mod">
          <ac:chgData name="bora yeon" userId="8f5f7df639125dae" providerId="LiveId" clId="{7542C960-ADBA-42BE-A85D-83B13780C791}" dt="2025-12-09T16:27:04.133" v="1234" actId="14100"/>
          <ac:picMkLst>
            <pc:docMk/>
            <pc:sldMk cId="1047561218" sldId="265"/>
            <ac:picMk id="36" creationId="{C6F9EA9C-E336-1E93-B7E9-9880F00FC74E}"/>
          </ac:picMkLst>
        </pc:picChg>
        <pc:picChg chg="add mod">
          <ac:chgData name="bora yeon" userId="8f5f7df639125dae" providerId="LiveId" clId="{7542C960-ADBA-42BE-A85D-83B13780C791}" dt="2025-12-09T16:27:13.099" v="1238" actId="1076"/>
          <ac:picMkLst>
            <pc:docMk/>
            <pc:sldMk cId="1047561218" sldId="265"/>
            <ac:picMk id="37" creationId="{7E9FCE2F-AF7C-913C-045D-C8C031B9D8BF}"/>
          </ac:picMkLst>
        </pc:picChg>
      </pc:sldChg>
      <pc:sldChg chg="new del">
        <pc:chgData name="bora yeon" userId="8f5f7df639125dae" providerId="LiveId" clId="{7542C960-ADBA-42BE-A85D-83B13780C791}" dt="2025-12-09T15:32:30.473" v="370" actId="680"/>
        <pc:sldMkLst>
          <pc:docMk/>
          <pc:sldMk cId="2998445944" sldId="265"/>
        </pc:sldMkLst>
      </pc:sldChg>
      <pc:sldChg chg="new del">
        <pc:chgData name="bora yeon" userId="8f5f7df639125dae" providerId="LiveId" clId="{7542C960-ADBA-42BE-A85D-83B13780C791}" dt="2025-12-09T15:30:26.740" v="325" actId="680"/>
        <pc:sldMkLst>
          <pc:docMk/>
          <pc:sldMk cId="3285264565" sldId="265"/>
        </pc:sldMkLst>
      </pc:sldChg>
      <pc:sldChg chg="add del setBg">
        <pc:chgData name="bora yeon" userId="8f5f7df639125dae" providerId="LiveId" clId="{7542C960-ADBA-42BE-A85D-83B13780C791}" dt="2025-12-09T16:21:17.727" v="1084"/>
        <pc:sldMkLst>
          <pc:docMk/>
          <pc:sldMk cId="3315131584" sldId="265"/>
        </pc:sldMkLst>
      </pc:sldChg>
      <pc:sldChg chg="addSp delSp modSp add mod">
        <pc:chgData name="bora yeon" userId="8f5f7df639125dae" providerId="LiveId" clId="{7542C960-ADBA-42BE-A85D-83B13780C791}" dt="2025-12-09T16:30:56.348" v="1292" actId="1076"/>
        <pc:sldMkLst>
          <pc:docMk/>
          <pc:sldMk cId="3793156807" sldId="266"/>
        </pc:sldMkLst>
        <pc:picChg chg="add del">
          <ac:chgData name="bora yeon" userId="8f5f7df639125dae" providerId="LiveId" clId="{7542C960-ADBA-42BE-A85D-83B13780C791}" dt="2025-12-09T16:27:18.709" v="1242" actId="478"/>
          <ac:picMkLst>
            <pc:docMk/>
            <pc:sldMk cId="3793156807" sldId="266"/>
            <ac:picMk id="3" creationId="{66B1E2F5-02E2-BAC3-09B3-C10D407C247F}"/>
          </ac:picMkLst>
        </pc:picChg>
        <pc:picChg chg="add mod">
          <ac:chgData name="bora yeon" userId="8f5f7df639125dae" providerId="LiveId" clId="{7542C960-ADBA-42BE-A85D-83B13780C791}" dt="2025-12-09T16:28:38.871" v="1263" actId="1440"/>
          <ac:picMkLst>
            <pc:docMk/>
            <pc:sldMk cId="3793156807" sldId="266"/>
            <ac:picMk id="5" creationId="{642A90A6-EC6C-89D3-7754-1BECCBC51FA3}"/>
          </ac:picMkLst>
        </pc:picChg>
        <pc:picChg chg="add del">
          <ac:chgData name="bora yeon" userId="8f5f7df639125dae" providerId="LiveId" clId="{7542C960-ADBA-42BE-A85D-83B13780C791}" dt="2025-12-09T16:26:35.157" v="1205" actId="478"/>
          <ac:picMkLst>
            <pc:docMk/>
            <pc:sldMk cId="3793156807" sldId="266"/>
            <ac:picMk id="6" creationId="{6E1BD4AF-B538-6CEC-E3E6-1C2CD316C8CA}"/>
          </ac:picMkLst>
        </pc:picChg>
        <pc:picChg chg="add del">
          <ac:chgData name="bora yeon" userId="8f5f7df639125dae" providerId="LiveId" clId="{7542C960-ADBA-42BE-A85D-83B13780C791}" dt="2025-12-09T16:26:35.453" v="1206" actId="478"/>
          <ac:picMkLst>
            <pc:docMk/>
            <pc:sldMk cId="3793156807" sldId="266"/>
            <ac:picMk id="8" creationId="{6F9195B0-314F-0DB6-7A94-906F38CD1397}"/>
          </ac:picMkLst>
        </pc:picChg>
        <pc:picChg chg="add mod">
          <ac:chgData name="bora yeon" userId="8f5f7df639125dae" providerId="LiveId" clId="{7542C960-ADBA-42BE-A85D-83B13780C791}" dt="2025-12-09T16:28:43.099" v="1264" actId="1076"/>
          <ac:picMkLst>
            <pc:docMk/>
            <pc:sldMk cId="3793156807" sldId="266"/>
            <ac:picMk id="9" creationId="{8350197C-CE19-C31D-3E3A-3C43C92C1531}"/>
          </ac:picMkLst>
        </pc:picChg>
        <pc:picChg chg="add del">
          <ac:chgData name="bora yeon" userId="8f5f7df639125dae" providerId="LiveId" clId="{7542C960-ADBA-42BE-A85D-83B13780C791}" dt="2025-12-09T16:26:35.676" v="1207" actId="478"/>
          <ac:picMkLst>
            <pc:docMk/>
            <pc:sldMk cId="3793156807" sldId="266"/>
            <ac:picMk id="12" creationId="{7DCAE43E-D679-5065-D6A5-9C0C63174BBB}"/>
          </ac:picMkLst>
        </pc:picChg>
        <pc:picChg chg="add mod">
          <ac:chgData name="bora yeon" userId="8f5f7df639125dae" providerId="LiveId" clId="{7542C960-ADBA-42BE-A85D-83B13780C791}" dt="2025-12-09T16:28:45.331" v="1265" actId="1076"/>
          <ac:picMkLst>
            <pc:docMk/>
            <pc:sldMk cId="3793156807" sldId="266"/>
            <ac:picMk id="13" creationId="{88F8993D-5282-835B-FD81-ACCD2EC7B368}"/>
          </ac:picMkLst>
        </pc:picChg>
        <pc:picChg chg="add del">
          <ac:chgData name="bora yeon" userId="8f5f7df639125dae" providerId="LiveId" clId="{7542C960-ADBA-42BE-A85D-83B13780C791}" dt="2025-12-09T16:26:47.092" v="1225" actId="478"/>
          <ac:picMkLst>
            <pc:docMk/>
            <pc:sldMk cId="3793156807" sldId="266"/>
            <ac:picMk id="14" creationId="{CC045108-3DAD-6310-254C-56920B016CC4}"/>
          </ac:picMkLst>
        </pc:picChg>
        <pc:picChg chg="add mod">
          <ac:chgData name="bora yeon" userId="8f5f7df639125dae" providerId="LiveId" clId="{7542C960-ADBA-42BE-A85D-83B13780C791}" dt="2025-12-09T16:28:48.769" v="1267" actId="1076"/>
          <ac:picMkLst>
            <pc:docMk/>
            <pc:sldMk cId="3793156807" sldId="266"/>
            <ac:picMk id="16" creationId="{40323E56-6A9E-55A8-A89F-7F38C5B1DCAF}"/>
          </ac:picMkLst>
        </pc:picChg>
        <pc:picChg chg="del">
          <ac:chgData name="bora yeon" userId="8f5f7df639125dae" providerId="LiveId" clId="{7542C960-ADBA-42BE-A85D-83B13780C791}" dt="2025-12-09T16:26:37.412" v="1208" actId="478"/>
          <ac:picMkLst>
            <pc:docMk/>
            <pc:sldMk cId="3793156807" sldId="266"/>
            <ac:picMk id="17" creationId="{38C9CEAE-E4A0-A703-89F0-770582C7DE00}"/>
          </ac:picMkLst>
        </pc:picChg>
        <pc:picChg chg="add del">
          <ac:chgData name="bora yeon" userId="8f5f7df639125dae" providerId="LiveId" clId="{7542C960-ADBA-42BE-A85D-83B13780C791}" dt="2025-12-09T16:26:47.316" v="1226" actId="478"/>
          <ac:picMkLst>
            <pc:docMk/>
            <pc:sldMk cId="3793156807" sldId="266"/>
            <ac:picMk id="19" creationId="{A551773C-0EE8-0D82-1973-91CBE3A7EE06}"/>
          </ac:picMkLst>
        </pc:picChg>
        <pc:picChg chg="add mod">
          <ac:chgData name="bora yeon" userId="8f5f7df639125dae" providerId="LiveId" clId="{7542C960-ADBA-42BE-A85D-83B13780C791}" dt="2025-12-09T16:30:07.998" v="1280" actId="1440"/>
          <ac:picMkLst>
            <pc:docMk/>
            <pc:sldMk cId="3793156807" sldId="266"/>
            <ac:picMk id="20" creationId="{668B6B17-67FB-6B02-8A9A-F9C61C81C97B}"/>
          </ac:picMkLst>
        </pc:picChg>
        <pc:picChg chg="add mod">
          <ac:chgData name="bora yeon" userId="8f5f7df639125dae" providerId="LiveId" clId="{7542C960-ADBA-42BE-A85D-83B13780C791}" dt="2025-12-09T16:30:11.210" v="1281" actId="1076"/>
          <ac:picMkLst>
            <pc:docMk/>
            <pc:sldMk cId="3793156807" sldId="266"/>
            <ac:picMk id="22" creationId="{C94E32B1-C646-6FBB-047B-1481866E44D6}"/>
          </ac:picMkLst>
        </pc:picChg>
        <pc:picChg chg="add del">
          <ac:chgData name="bora yeon" userId="8f5f7df639125dae" providerId="LiveId" clId="{7542C960-ADBA-42BE-A85D-83B13780C791}" dt="2025-12-09T16:26:48.229" v="1227" actId="478"/>
          <ac:picMkLst>
            <pc:docMk/>
            <pc:sldMk cId="3793156807" sldId="266"/>
            <ac:picMk id="23" creationId="{F798551B-BF8F-2904-971A-A577A853537D}"/>
          </ac:picMkLst>
        </pc:picChg>
        <pc:picChg chg="add del">
          <ac:chgData name="bora yeon" userId="8f5f7df639125dae" providerId="LiveId" clId="{7542C960-ADBA-42BE-A85D-83B13780C791}" dt="2025-12-09T16:26:48.460" v="1228" actId="478"/>
          <ac:picMkLst>
            <pc:docMk/>
            <pc:sldMk cId="3793156807" sldId="266"/>
            <ac:picMk id="25" creationId="{EDF099AF-1FC0-E753-F665-0922C4D2C9AA}"/>
          </ac:picMkLst>
        </pc:picChg>
        <pc:picChg chg="add mod">
          <ac:chgData name="bora yeon" userId="8f5f7df639125dae" providerId="LiveId" clId="{7542C960-ADBA-42BE-A85D-83B13780C791}" dt="2025-12-09T16:30:15.996" v="1282" actId="1076"/>
          <ac:picMkLst>
            <pc:docMk/>
            <pc:sldMk cId="3793156807" sldId="266"/>
            <ac:picMk id="26" creationId="{C47E92AC-5F9D-7B91-8B66-B0B2022543BD}"/>
          </ac:picMkLst>
        </pc:picChg>
        <pc:picChg chg="add del mod">
          <ac:chgData name="bora yeon" userId="8f5f7df639125dae" providerId="LiveId" clId="{7542C960-ADBA-42BE-A85D-83B13780C791}" dt="2025-12-09T16:27:19.405" v="1243" actId="478"/>
          <ac:picMkLst>
            <pc:docMk/>
            <pc:sldMk cId="3793156807" sldId="266"/>
            <ac:picMk id="27" creationId="{7B8F2444-7EFE-24DC-3CA7-1DFDA5AAE3C6}"/>
          </ac:picMkLst>
        </pc:picChg>
        <pc:picChg chg="add del mod">
          <ac:chgData name="bora yeon" userId="8f5f7df639125dae" providerId="LiveId" clId="{7542C960-ADBA-42BE-A85D-83B13780C791}" dt="2025-12-09T16:27:19.613" v="1244" actId="478"/>
          <ac:picMkLst>
            <pc:docMk/>
            <pc:sldMk cId="3793156807" sldId="266"/>
            <ac:picMk id="29" creationId="{D806D6ED-19AD-C53E-3056-E0A676D7A53B}"/>
          </ac:picMkLst>
        </pc:picChg>
        <pc:picChg chg="add mod">
          <ac:chgData name="bora yeon" userId="8f5f7df639125dae" providerId="LiveId" clId="{7542C960-ADBA-42BE-A85D-83B13780C791}" dt="2025-12-09T16:30:53.661" v="1291" actId="1440"/>
          <ac:picMkLst>
            <pc:docMk/>
            <pc:sldMk cId="3793156807" sldId="266"/>
            <ac:picMk id="30" creationId="{C80A389B-90AE-5717-ECA6-6AD4ABF2FBFC}"/>
          </ac:picMkLst>
        </pc:picChg>
        <pc:picChg chg="add del">
          <ac:chgData name="bora yeon" userId="8f5f7df639125dae" providerId="LiveId" clId="{7542C960-ADBA-42BE-A85D-83B13780C791}" dt="2025-12-09T16:27:17.485" v="1240" actId="478"/>
          <ac:picMkLst>
            <pc:docMk/>
            <pc:sldMk cId="3793156807" sldId="266"/>
            <ac:picMk id="31" creationId="{B0088A30-FAC1-BE25-5394-06165801038E}"/>
          </ac:picMkLst>
        </pc:picChg>
        <pc:picChg chg="add del mod">
          <ac:chgData name="bora yeon" userId="8f5f7df639125dae" providerId="LiveId" clId="{7542C960-ADBA-42BE-A85D-83B13780C791}" dt="2025-12-09T16:27:17.237" v="1239" actId="478"/>
          <ac:picMkLst>
            <pc:docMk/>
            <pc:sldMk cId="3793156807" sldId="266"/>
            <ac:picMk id="33" creationId="{B12F630C-E718-6944-AAB7-66EB377C80EE}"/>
          </ac:picMkLst>
        </pc:picChg>
        <pc:picChg chg="add mod">
          <ac:chgData name="bora yeon" userId="8f5f7df639125dae" providerId="LiveId" clId="{7542C960-ADBA-42BE-A85D-83B13780C791}" dt="2025-12-09T16:30:56.348" v="1292" actId="1076"/>
          <ac:picMkLst>
            <pc:docMk/>
            <pc:sldMk cId="3793156807" sldId="266"/>
            <ac:picMk id="34" creationId="{F592A1D2-13B9-88DD-4DE2-47BB4CF247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076450" y="3048000"/>
            <a:ext cx="202819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12000" spc="-720" dirty="0">
                <a:solidFill>
                  <a:srgbClr val="000000"/>
                </a:solidFill>
                <a:ea typeface="S-Core Dream 8 Heavy"/>
              </a:rPr>
              <a:t>Java Programming </a:t>
            </a:r>
            <a:r>
              <a:rPr lang="en-US" altLang="ko-KR" sz="12000" spc="-720" dirty="0" err="1">
                <a:solidFill>
                  <a:srgbClr val="000000"/>
                </a:solidFill>
                <a:ea typeface="S-Core Dream 8 Heavy"/>
              </a:rPr>
              <a:t>Github</a:t>
            </a:r>
            <a:endParaRPr lang="ko-KR" sz="12000" b="0" i="0" u="none" strike="noStrike" spc="-720" dirty="0">
              <a:solidFill>
                <a:srgbClr val="000000"/>
              </a:solidFill>
              <a:ea typeface="S-Core Dream 8 Heavy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33" y="5334000"/>
            <a:ext cx="8512175" cy="1104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2217400" y="5511800"/>
            <a:ext cx="7337425" cy="749300"/>
          </a:xfrm>
          <a:prstGeom prst="rect">
            <a:avLst/>
          </a:prstGeom>
        </p:spPr>
        <p:txBody>
          <a:bodyPr lIns="0" tIns="53203" rIns="0" bIns="53203" rtlCol="0" anchor="ctr"/>
          <a:lstStyle/>
          <a:p>
            <a:pPr lvl="0" algn="ctr">
              <a:lnSpc>
                <a:spcPct val="99600"/>
              </a:lnSpc>
            </a:pPr>
            <a:r>
              <a:rPr lang="en-US" sz="4189" spc="-250" dirty="0">
                <a:solidFill>
                  <a:srgbClr val="000000"/>
                </a:solidFill>
                <a:latin typeface="S-Core Dream 7 ExtraBold"/>
              </a:rPr>
              <a:t>https://github.com/KinChaeHun/java</a:t>
            </a:r>
            <a:endParaRPr lang="en" sz="4189" b="0" i="0" u="none" strike="noStrike" spc="-250" dirty="0">
              <a:solidFill>
                <a:srgbClr val="000000"/>
              </a:solidFill>
              <a:latin typeface="S-Core Dream 7 Extra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963C59E6-A46D-C722-60F6-71DD181BD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1814" y="11125200"/>
            <a:ext cx="3258335" cy="532848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08D5003A-933D-EB21-8BD0-C17F7C30E693}"/>
              </a:ext>
            </a:extLst>
          </p:cNvPr>
          <p:cNvSpPr txBox="1"/>
          <p:nvPr/>
        </p:nvSpPr>
        <p:spPr>
          <a:xfrm>
            <a:off x="20179908" y="11210945"/>
            <a:ext cx="2089818" cy="361357"/>
          </a:xfrm>
          <a:prstGeom prst="rect">
            <a:avLst/>
          </a:prstGeom>
        </p:spPr>
        <p:txBody>
          <a:bodyPr lIns="0" tIns="53203" rIns="0" bIns="53203" rtlCol="0" anchor="ctr"/>
          <a:lstStyle/>
          <a:p>
            <a:pPr lvl="0" algn="ctr">
              <a:lnSpc>
                <a:spcPct val="99600"/>
              </a:lnSpc>
            </a:pPr>
            <a:r>
              <a:rPr lang="en" sz="2000" b="1" i="0" u="none" strike="noStrike" spc="-250" dirty="0">
                <a:solidFill>
                  <a:srgbClr val="000000"/>
                </a:solidFill>
                <a:latin typeface="S-Core Dream 7 ExtraBold"/>
              </a:rPr>
              <a:t>202532980  - </a:t>
            </a:r>
            <a:r>
              <a:rPr lang="ko-KR" altLang="en-US" sz="2000" b="1" i="0" u="none" strike="noStrike" spc="-250" dirty="0" err="1">
                <a:solidFill>
                  <a:srgbClr val="000000"/>
                </a:solidFill>
                <a:latin typeface="S-Core Dream 7 ExtraBold"/>
              </a:rPr>
              <a:t>김채훈</a:t>
            </a:r>
            <a:endParaRPr lang="en" sz="2000" b="1" i="0" u="none" strike="noStrike" spc="-250" dirty="0">
              <a:solidFill>
                <a:srgbClr val="000000"/>
              </a:solidFill>
              <a:latin typeface="S-Core Dream 7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BB07-4385-2315-2103-704AA704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3C94264-8CB1-D680-932C-F245F1AB3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1AC2E95-3AF3-71D1-F0C1-848F5AC94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23950"/>
            <a:ext cx="22136100" cy="11468100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7D6E3998-6DED-B36E-4AFC-BD4FE2E8E4C3}"/>
              </a:ext>
            </a:extLst>
          </p:cNvPr>
          <p:cNvSpPr txBox="1"/>
          <p:nvPr/>
        </p:nvSpPr>
        <p:spPr>
          <a:xfrm>
            <a:off x="9206417" y="1676400"/>
            <a:ext cx="5971165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altLang="en-US" sz="6000" b="0" i="0" u="none" strike="noStrike" spc="-600" dirty="0">
                <a:solidFill>
                  <a:srgbClr val="000000"/>
                </a:solidFill>
                <a:ea typeface="S-Core Dream 6 Bold"/>
              </a:rPr>
              <a:t>업로드 내용</a:t>
            </a:r>
            <a:endParaRPr lang="en" sz="6000" b="0" i="0" u="none" strike="noStrike" spc="-600" dirty="0">
              <a:solidFill>
                <a:srgbClr val="000000"/>
              </a:solidFill>
              <a:ea typeface="S-Core Dream 6 Bold"/>
            </a:endParaRPr>
          </a:p>
        </p:txBody>
      </p:sp>
      <p:pic>
        <p:nvPicPr>
          <p:cNvPr id="6" name="그림 5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A68AB7-F04C-DBD7-665D-7B556A59C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357" y="2743200"/>
            <a:ext cx="1813717" cy="93124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D4B27A-DB40-B48B-3F03-38FE921BA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305" y="2743200"/>
            <a:ext cx="2400508" cy="72929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D7A432-8079-5876-E47B-F9617BEE9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374" y="2743200"/>
            <a:ext cx="2438611" cy="4168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14C74-EF85-AAB9-B2DB-4C03407E5E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0108" y="2743200"/>
            <a:ext cx="2270957" cy="2591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7A2C4D-6D9B-C83C-002E-457B7C382A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0108" y="5638800"/>
            <a:ext cx="2110923" cy="29796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그림 1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8E7B47-BDBE-AA1E-77E3-70EC36F9D7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67735" y="2773363"/>
            <a:ext cx="2377646" cy="42447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그림 2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B0FF20-8F1D-326E-7711-515E9CAF1B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46781" y="2773363"/>
            <a:ext cx="2263336" cy="4610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그림 2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7B32B8-AFD8-9E54-C66B-E2EF644942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11517" y="2774838"/>
            <a:ext cx="2263336" cy="34750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그림 3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A751E4-C94A-238B-4774-A0AC27DB17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20108" y="8923053"/>
            <a:ext cx="2034716" cy="30863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5" name="그림 3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8942B1-7FCA-230B-5934-2D3F1D164B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64422" y="7196973"/>
            <a:ext cx="2453853" cy="4610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6" name="그림 3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F9EA9C-E336-1E93-B7E9-9880F00FC7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152934" y="7502302"/>
            <a:ext cx="2453853" cy="4610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7" name="그림 3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9FCE2F-AF7C-913C-045D-C8C031B9D8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877889" y="6477000"/>
            <a:ext cx="2232853" cy="4610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7561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2644-C443-4518-CEE0-79B2D922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06AFD04-AE4B-F9C9-A970-7667CD7D9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6B1E2F5-02E2-BAC3-09B3-C10D407C2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23950"/>
            <a:ext cx="22136100" cy="11468100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FFB7FF54-E438-425B-A554-9A04956D8F2F}"/>
              </a:ext>
            </a:extLst>
          </p:cNvPr>
          <p:cNvSpPr txBox="1"/>
          <p:nvPr/>
        </p:nvSpPr>
        <p:spPr>
          <a:xfrm>
            <a:off x="9206417" y="1676400"/>
            <a:ext cx="5971165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altLang="en-US" sz="6000" b="0" i="0" u="none" strike="noStrike" spc="-600" dirty="0">
                <a:solidFill>
                  <a:srgbClr val="000000"/>
                </a:solidFill>
                <a:ea typeface="S-Core Dream 6 Bold"/>
              </a:rPr>
              <a:t>업로드 내용</a:t>
            </a:r>
            <a:endParaRPr lang="en" sz="6000" b="0" i="0" u="none" strike="noStrike" spc="-600" dirty="0">
              <a:solidFill>
                <a:srgbClr val="000000"/>
              </a:solidFill>
              <a:ea typeface="S-Core Dream 6 Bold"/>
            </a:endParaRP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2A90A6-EC6C-89D3-7754-1BECCBC51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200400"/>
            <a:ext cx="1386960" cy="28729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50197C-CE19-C31D-3E3A-3C43C92C1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864" y="3189914"/>
            <a:ext cx="2758679" cy="73920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F8993D-5282-835B-FD81-ACCD2EC7B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647" y="3192305"/>
            <a:ext cx="2324301" cy="4343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그림 1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323E56-6A9E-55A8-A89F-7F38C5B1DC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1174" y="3200400"/>
            <a:ext cx="2446232" cy="76435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그림 1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8B6B17-67FB-6B02-8A9A-F9C61C81C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6431" y="3200400"/>
            <a:ext cx="2347163" cy="24767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그림 2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4E32B1-C646-6FBB-047B-1481866E44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96431" y="5842457"/>
            <a:ext cx="2712955" cy="3292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그림 2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7E92AC-5F9D-7B91-8B66-B0B2022543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45815" y="3200400"/>
            <a:ext cx="2270957" cy="43971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" name="그림 2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0A389B-90AE-5717-ECA6-6AD4ABF2FB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3450" y="3189914"/>
            <a:ext cx="2309060" cy="4480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그림 3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92A1D2-13B9-88DD-4DE2-47BB4CF247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63450" y="7924800"/>
            <a:ext cx="2225233" cy="20728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3156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23950"/>
            <a:ext cx="22136100" cy="1146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705152" y="1686891"/>
            <a:ext cx="5971165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altLang="en-US" sz="6000" spc="-600" dirty="0">
                <a:solidFill>
                  <a:srgbClr val="000000"/>
                </a:solidFill>
                <a:ea typeface="S-Core Dream 6 Bold"/>
              </a:rPr>
              <a:t>수업별 파일</a:t>
            </a:r>
            <a:endParaRPr lang="en" sz="6000" b="0" i="0" u="none" strike="noStrike" spc="-600" dirty="0">
              <a:solidFill>
                <a:srgbClr val="000000"/>
              </a:solidFill>
              <a:ea typeface="S-Core Dream 6 Bold"/>
            </a:endParaRPr>
          </a:p>
        </p:txBody>
      </p:sp>
      <p:pic>
        <p:nvPicPr>
          <p:cNvPr id="9" name="그림 8" descr="텍스트, 스크린샷, 소프트웨어, 번호이(가) 표시된 사진">
            <a:extLst>
              <a:ext uri="{FF2B5EF4-FFF2-40B4-BE49-F238E27FC236}">
                <a16:creationId xmlns:a16="http://schemas.microsoft.com/office/drawing/2014/main" id="{89D431D5-D931-4A4A-E4AB-582D66D68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3256998"/>
            <a:ext cx="8657070" cy="52277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51C0FEA8-6A20-913E-3B96-89FB00167CF2}"/>
              </a:ext>
            </a:extLst>
          </p:cNvPr>
          <p:cNvSpPr txBox="1"/>
          <p:nvPr/>
        </p:nvSpPr>
        <p:spPr>
          <a:xfrm>
            <a:off x="14173200" y="1828800"/>
            <a:ext cx="5971165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altLang="en-US" sz="6000" b="0" i="0" u="none" strike="noStrike" spc="-600">
                <a:solidFill>
                  <a:srgbClr val="000000"/>
                </a:solidFill>
                <a:ea typeface="S-Core Dream 6 Bold"/>
              </a:rPr>
              <a:t>히스토리</a:t>
            </a:r>
            <a:endParaRPr lang="en" sz="6000" b="0" i="0" u="none" strike="noStrike" spc="-600" dirty="0">
              <a:solidFill>
                <a:srgbClr val="000000"/>
              </a:solidFill>
              <a:ea typeface="S-Core Dream 6 Bold"/>
            </a:endParaRPr>
          </a:p>
        </p:txBody>
      </p:sp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4DE971-6207-FB1B-468D-1466388CE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9031" y="3114274"/>
            <a:ext cx="2751058" cy="84970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그림 19" descr="텍스트, 스크린샷, 폰트, 번호이(가) 표시된 사진">
            <a:extLst>
              <a:ext uri="{FF2B5EF4-FFF2-40B4-BE49-F238E27FC236}">
                <a16:creationId xmlns:a16="http://schemas.microsoft.com/office/drawing/2014/main" id="{80A202C6-2062-6834-EC2D-107EFA4A8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92400" y="3114274"/>
            <a:ext cx="4191000" cy="92591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그림 2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558B72-09AD-46C1-8071-4AA7911129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75710" y="3114274"/>
            <a:ext cx="2758679" cy="3414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117600"/>
            <a:ext cx="22136100" cy="1146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0" y="3530600"/>
            <a:ext cx="19392900" cy="8153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17700" y="1663700"/>
            <a:ext cx="20599400" cy="1066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2839"/>
              </a:lnSpc>
            </a:pPr>
            <a:r>
              <a:rPr lang="ko-KR" sz="6000" b="0" i="0" u="none" strike="noStrike" spc="-600" dirty="0">
                <a:solidFill>
                  <a:srgbClr val="000000"/>
                </a:solidFill>
                <a:ea typeface="S-Core Dream 6 Bold"/>
              </a:rPr>
              <a:t>자체</a:t>
            </a:r>
            <a:r>
              <a:rPr lang="en-US" sz="6000" b="0" i="0" u="none" strike="noStrike" spc="-600" dirty="0">
                <a:solidFill>
                  <a:srgbClr val="000000"/>
                </a:solidFill>
                <a:latin typeface="S-Core Dream 6 Bold"/>
              </a:rPr>
              <a:t> </a:t>
            </a:r>
            <a:r>
              <a:rPr lang="ko-KR" sz="6000" b="0" i="0" u="none" strike="noStrike" spc="-600" dirty="0">
                <a:solidFill>
                  <a:srgbClr val="000000"/>
                </a:solidFill>
                <a:ea typeface="S-Core Dream 6 Bold"/>
              </a:rPr>
              <a:t>평가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87800" y="4279900"/>
            <a:ext cx="16459200" cy="802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제 </a:t>
            </a:r>
            <a:r>
              <a:rPr lang="ko-KR" altLang="en-US" sz="4000" spc="-240" dirty="0" err="1">
                <a:solidFill>
                  <a:srgbClr val="000000"/>
                </a:solidFill>
                <a:latin typeface="S-Core Dream 5 Medium"/>
              </a:rPr>
              <a:t>깃허브의</a:t>
            </a: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 자체평가 점수는 </a:t>
            </a:r>
            <a:r>
              <a:rPr lang="en-US" altLang="ko-KR" sz="4000" spc="-240" dirty="0">
                <a:solidFill>
                  <a:srgbClr val="000000"/>
                </a:solidFill>
                <a:latin typeface="S-Core Dream 5 Medium"/>
              </a:rPr>
              <a:t>9</a:t>
            </a: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점을 </a:t>
            </a:r>
            <a:r>
              <a:rPr lang="ko-KR" sz="4000" b="0" i="0" u="none" strike="noStrike" spc="-240" dirty="0">
                <a:solidFill>
                  <a:srgbClr val="000000"/>
                </a:solidFill>
                <a:ea typeface="S-Core Dream 5 Medium"/>
              </a:rPr>
              <a:t>부여합니다</a:t>
            </a:r>
            <a:r>
              <a:rPr lang="en-US" sz="4000" b="0" i="0" u="none" strike="noStrike" spc="-240" dirty="0">
                <a:solidFill>
                  <a:srgbClr val="000000"/>
                </a:solidFill>
                <a:latin typeface="S-Core Dream 5 Medium"/>
              </a:rPr>
              <a:t>.</a:t>
            </a:r>
          </a:p>
          <a:p>
            <a:pPr lvl="0" algn="ctr">
              <a:lnSpc>
                <a:spcPct val="132800"/>
              </a:lnSpc>
            </a:pPr>
            <a:endParaRPr lang="en-US" sz="4000" b="0" i="0" u="none" strike="noStrike" spc="-240" dirty="0">
              <a:solidFill>
                <a:srgbClr val="000000"/>
              </a:solidFill>
              <a:latin typeface="S-Core Dream 5 Medium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아직 </a:t>
            </a:r>
            <a:r>
              <a:rPr lang="ko-KR" altLang="en-US" sz="4000" spc="-240" dirty="0" err="1">
                <a:solidFill>
                  <a:srgbClr val="000000"/>
                </a:solidFill>
                <a:latin typeface="S-Core Dream 5 Medium"/>
              </a:rPr>
              <a:t>깃허브가</a:t>
            </a: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altLang="en-US" sz="4000" spc="-240" dirty="0" err="1">
                <a:solidFill>
                  <a:srgbClr val="000000"/>
                </a:solidFill>
                <a:latin typeface="S-Core Dream 5 Medium"/>
              </a:rPr>
              <a:t>익숙치</a:t>
            </a: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 않아 생긴 </a:t>
            </a:r>
            <a:r>
              <a:rPr lang="en-US" altLang="ko-KR" sz="4000" spc="-240" dirty="0">
                <a:solidFill>
                  <a:srgbClr val="000000"/>
                </a:solidFill>
                <a:latin typeface="S-Core Dream 5 Medium"/>
              </a:rPr>
              <a:t>week04</a:t>
            </a: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같은 파일이 존재하기에 </a:t>
            </a:r>
            <a:r>
              <a:rPr lang="en-US" altLang="ko-KR" sz="4000" spc="-240" dirty="0">
                <a:solidFill>
                  <a:srgbClr val="000000"/>
                </a:solidFill>
                <a:latin typeface="S-Core Dream 5 Medium"/>
              </a:rPr>
              <a:t>-1</a:t>
            </a:r>
            <a:r>
              <a:rPr lang="ko-KR" altLang="en-US" sz="4000" spc="-240" dirty="0">
                <a:solidFill>
                  <a:srgbClr val="000000"/>
                </a:solidFill>
                <a:latin typeface="S-Core Dream 5 Medium"/>
              </a:rPr>
              <a:t>점을 부여했습니다 </a:t>
            </a:r>
            <a:r>
              <a:rPr lang="en-US" altLang="ko-KR" sz="4000" spc="-240" dirty="0">
                <a:solidFill>
                  <a:srgbClr val="000000"/>
                </a:solidFill>
                <a:latin typeface="S-Core Dream 5 Medium"/>
              </a:rPr>
              <a:t>.</a:t>
            </a:r>
            <a:endParaRPr lang="en-US" sz="4000" b="0" i="0" u="none" strike="noStrike" spc="-240" dirty="0">
              <a:solidFill>
                <a:srgbClr val="000000"/>
              </a:solidFill>
              <a:latin typeface="S-Core Dream 5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46</Words>
  <Application>Microsoft Office PowerPoint</Application>
  <PresentationFormat>사용자 지정</PresentationFormat>
  <Paragraphs>11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S-Core Dream 5 Medium</vt:lpstr>
      <vt:lpstr>S-Core Dream 6 Bold</vt:lpstr>
      <vt:lpstr>S-Core Dream 7 ExtraBold</vt:lpstr>
      <vt:lpstr>S-Core Dream 8 Heavy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bora yeon</dc:creator>
  <cp:lastModifiedBy>bora yeon</cp:lastModifiedBy>
  <cp:revision>2</cp:revision>
  <dcterms:created xsi:type="dcterms:W3CDTF">2006-08-16T00:00:00Z</dcterms:created>
  <dcterms:modified xsi:type="dcterms:W3CDTF">2025-12-09T16:31:08Z</dcterms:modified>
</cp:coreProperties>
</file>